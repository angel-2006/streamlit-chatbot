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1" r:id="rId5"/>
    <p:sldId id="266" r:id="rId6"/>
    <p:sldId id="263" r:id="rId7"/>
    <p:sldId id="264" r:id="rId8"/>
    <p:sldId id="265" r:id="rId9"/>
    <p:sldId id="267" r:id="rId10"/>
    <p:sldId id="268" r:id="rId11"/>
    <p:sldId id="269" r:id="rId12"/>
    <p:sldId id="270" r:id="rId13"/>
    <p:sldId id="271" r:id="rId14"/>
    <p:sldId id="272" r:id="rId15"/>
    <p:sldId id="273" r:id="rId16"/>
    <p:sldId id="274" r:id="rId17"/>
    <p:sldId id="275" r:id="rId18"/>
    <p:sldId id="276" r:id="rId19"/>
    <p:sldId id="278" r:id="rId20"/>
    <p:sldId id="279" r:id="rId21"/>
    <p:sldId id="277" r:id="rId22"/>
    <p:sldId id="280"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301" r:id="rId37"/>
    <p:sldId id="296" r:id="rId38"/>
    <p:sldId id="297" r:id="rId39"/>
    <p:sldId id="298" r:id="rId40"/>
    <p:sldId id="299" r:id="rId41"/>
    <p:sldId id="300" r:id="rId42"/>
    <p:sldId id="302" r:id="rId43"/>
    <p:sldId id="308" r:id="rId44"/>
    <p:sldId id="307" r:id="rId45"/>
    <p:sldId id="309" r:id="rId46"/>
    <p:sldId id="310" r:id="rId47"/>
    <p:sldId id="311" r:id="rId48"/>
    <p:sldId id="312" r:id="rId49"/>
    <p:sldId id="313" r:id="rId50"/>
    <p:sldId id="314" r:id="rId51"/>
    <p:sldId id="316" r:id="rId52"/>
    <p:sldId id="317" r:id="rId53"/>
    <p:sldId id="318" r:id="rId54"/>
    <p:sldId id="321" r:id="rId55"/>
    <p:sldId id="319" r:id="rId56"/>
    <p:sldId id="322" r:id="rId57"/>
    <p:sldId id="320" r:id="rId58"/>
    <p:sldId id="323" r:id="rId59"/>
    <p:sldId id="324" r:id="rId60"/>
    <p:sldId id="325" r:id="rId61"/>
    <p:sldId id="326" r:id="rId62"/>
    <p:sldId id="327" r:id="rId63"/>
    <p:sldId id="328" r:id="rId6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6" d="100"/>
          <a:sy n="86" d="100"/>
        </p:scale>
        <p:origin x="-822" y="-78"/>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E66F50-6E29-ECBB-4542-0A9B48E9F296}"/>
              </a:ext>
            </a:extLst>
          </p:cNvPr>
          <p:cNvSpPr>
            <a:spLocks noGrp="1"/>
          </p:cNvSpPr>
          <p:nvPr>
            <p:ph type="ctrTitle"/>
          </p:nvPr>
        </p:nvSpPr>
        <p:spPr>
          <a:xfrm>
            <a:off x="1143000" y="841772"/>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F3819EC4-1E10-FA67-B5CD-BD4F57A49C7B}"/>
              </a:ext>
            </a:extLst>
          </p:cNvPr>
          <p:cNvSpPr>
            <a:spLocks noGrp="1"/>
          </p:cNvSpPr>
          <p:nvPr>
            <p:ph type="subTitle" idx="1"/>
          </p:nvPr>
        </p:nvSpPr>
        <p:spPr>
          <a:xfrm>
            <a:off x="1143000" y="2701528"/>
            <a:ext cx="6858000" cy="124182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B110957A-85E6-DC28-D226-28878034A557}"/>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5" name="Footer Placeholder 4">
            <a:extLst>
              <a:ext uri="{FF2B5EF4-FFF2-40B4-BE49-F238E27FC236}">
                <a16:creationId xmlns="" xmlns:a16="http://schemas.microsoft.com/office/drawing/2014/main" id="{40C62C1A-BFA6-2963-1958-202B5C93A0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6CE9889-8E76-9A08-E80C-49805160B991}"/>
              </a:ext>
            </a:extLst>
          </p:cNvPr>
          <p:cNvSpPr>
            <a:spLocks noGrp="1"/>
          </p:cNvSpPr>
          <p:nvPr>
            <p:ph type="sldNum" sz="quarter" idx="12"/>
          </p:nvPr>
        </p:nvSpPr>
        <p:spPr/>
        <p:txBody>
          <a:bodyPr/>
          <a:lstStyle/>
          <a:p>
            <a:fld id="{D198643B-74E8-4E1E-8987-15E63DBB3E54}" type="slidenum">
              <a:rPr lang="en-IN" smtClean="0"/>
              <a:pPr/>
              <a:t>‹#›</a:t>
            </a:fld>
            <a:endParaRPr lang="en-IN" dirty="0"/>
          </a:p>
        </p:txBody>
      </p:sp>
    </p:spTree>
    <p:extLst>
      <p:ext uri="{BB962C8B-B14F-4D97-AF65-F5344CB8AC3E}">
        <p14:creationId xmlns="" xmlns:p14="http://schemas.microsoft.com/office/powerpoint/2010/main" val="1983930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FAC39E-3C06-9715-0617-7454622DCD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C5B7404-F9E5-6B3C-A70F-F81B2849B2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4B70AB3-F3D5-3C2A-2A4F-7731FD7CC44A}"/>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5" name="Footer Placeholder 4">
            <a:extLst>
              <a:ext uri="{FF2B5EF4-FFF2-40B4-BE49-F238E27FC236}">
                <a16:creationId xmlns="" xmlns:a16="http://schemas.microsoft.com/office/drawing/2014/main" id="{DD13DBE2-1CED-AAA7-6F1A-1080594717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01E46CCB-D73B-F0DF-04D0-B9AA09ED7539}"/>
              </a:ext>
            </a:extLst>
          </p:cNvPr>
          <p:cNvSpPr>
            <a:spLocks noGrp="1"/>
          </p:cNvSpPr>
          <p:nvPr>
            <p:ph type="sldNum" sz="quarter" idx="12"/>
          </p:nvPr>
        </p:nvSpPr>
        <p:spPr/>
        <p:txBody>
          <a:bodyPr/>
          <a:lstStyle/>
          <a:p>
            <a:fld id="{D198643B-74E8-4E1E-8987-15E63DBB3E54}" type="slidenum">
              <a:rPr lang="en-IN" smtClean="0"/>
              <a:pPr/>
              <a:t>‹#›</a:t>
            </a:fld>
            <a:endParaRPr lang="en-IN"/>
          </a:p>
        </p:txBody>
      </p:sp>
    </p:spTree>
    <p:extLst>
      <p:ext uri="{BB962C8B-B14F-4D97-AF65-F5344CB8AC3E}">
        <p14:creationId xmlns="" xmlns:p14="http://schemas.microsoft.com/office/powerpoint/2010/main" val="3662330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F2A664-3360-E346-D2F4-D76D1C5CDF78}"/>
              </a:ext>
            </a:extLst>
          </p:cNvPr>
          <p:cNvSpPr>
            <a:spLocks noGrp="1"/>
          </p:cNvSpPr>
          <p:nvPr>
            <p:ph type="title"/>
          </p:nvPr>
        </p:nvSpPr>
        <p:spPr>
          <a:xfrm>
            <a:off x="623888" y="1282305"/>
            <a:ext cx="7886700" cy="2139553"/>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D37EDC65-F639-9A2E-5B7F-5A18476FDB51}"/>
              </a:ext>
            </a:extLst>
          </p:cNvPr>
          <p:cNvSpPr>
            <a:spLocks noGrp="1"/>
          </p:cNvSpPr>
          <p:nvPr>
            <p:ph type="body" idx="1"/>
          </p:nvPr>
        </p:nvSpPr>
        <p:spPr>
          <a:xfrm>
            <a:off x="623888" y="3442099"/>
            <a:ext cx="7886700" cy="112514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A71D602-9507-7E5B-4350-804F38C813EE}"/>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5" name="Footer Placeholder 4">
            <a:extLst>
              <a:ext uri="{FF2B5EF4-FFF2-40B4-BE49-F238E27FC236}">
                <a16:creationId xmlns="" xmlns:a16="http://schemas.microsoft.com/office/drawing/2014/main" id="{6B491A7D-3514-E63D-25F2-B956CCB3B0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E29D832-BBD8-B78D-2EF8-475284FF800B}"/>
              </a:ext>
            </a:extLst>
          </p:cNvPr>
          <p:cNvSpPr>
            <a:spLocks noGrp="1"/>
          </p:cNvSpPr>
          <p:nvPr>
            <p:ph type="sldNum" sz="quarter" idx="12"/>
          </p:nvPr>
        </p:nvSpPr>
        <p:spPr/>
        <p:txBody>
          <a:bodyPr/>
          <a:lstStyle/>
          <a:p>
            <a:fld id="{D198643B-74E8-4E1E-8987-15E63DBB3E54}" type="slidenum">
              <a:rPr lang="en-IN" smtClean="0"/>
              <a:pPr/>
              <a:t>‹#›</a:t>
            </a:fld>
            <a:endParaRPr lang="en-IN"/>
          </a:p>
        </p:txBody>
      </p:sp>
    </p:spTree>
    <p:extLst>
      <p:ext uri="{BB962C8B-B14F-4D97-AF65-F5344CB8AC3E}">
        <p14:creationId xmlns="" xmlns:p14="http://schemas.microsoft.com/office/powerpoint/2010/main" val="318016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435501-0D2C-A8C0-C3E9-51807E5DB0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7C048304-7D25-FDB7-1BC3-87786522586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7D199388-3280-E5CD-D206-D3F6413D8D25}"/>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F71E8ED4-3732-680D-D7C8-7C0E1BBA8894}"/>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6" name="Footer Placeholder 5">
            <a:extLst>
              <a:ext uri="{FF2B5EF4-FFF2-40B4-BE49-F238E27FC236}">
                <a16:creationId xmlns="" xmlns:a16="http://schemas.microsoft.com/office/drawing/2014/main" id="{B33E7483-AB47-D726-CED1-0CE471A6A8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52C64DB6-9361-D05D-9224-987747F88288}"/>
              </a:ext>
            </a:extLst>
          </p:cNvPr>
          <p:cNvSpPr>
            <a:spLocks noGrp="1"/>
          </p:cNvSpPr>
          <p:nvPr>
            <p:ph type="sldNum" sz="quarter" idx="12"/>
          </p:nvPr>
        </p:nvSpPr>
        <p:spPr/>
        <p:txBody>
          <a:bodyPr/>
          <a:lstStyle/>
          <a:p>
            <a:fld id="{D198643B-74E8-4E1E-8987-15E63DBB3E54}" type="slidenum">
              <a:rPr lang="en-IN" smtClean="0"/>
              <a:pPr/>
              <a:t>‹#›</a:t>
            </a:fld>
            <a:endParaRPr lang="en-IN"/>
          </a:p>
        </p:txBody>
      </p:sp>
    </p:spTree>
    <p:extLst>
      <p:ext uri="{BB962C8B-B14F-4D97-AF65-F5344CB8AC3E}">
        <p14:creationId xmlns="" xmlns:p14="http://schemas.microsoft.com/office/powerpoint/2010/main" val="1232263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209D79-FAD7-503E-EBF9-0CD587F7EC9D}"/>
              </a:ext>
            </a:extLst>
          </p:cNvPr>
          <p:cNvSpPr>
            <a:spLocks noGrp="1"/>
          </p:cNvSpPr>
          <p:nvPr>
            <p:ph type="title"/>
          </p:nvPr>
        </p:nvSpPr>
        <p:spPr>
          <a:xfrm>
            <a:off x="629841" y="273845"/>
            <a:ext cx="7886700" cy="994172"/>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CD5A523-FDD3-A488-ED67-5A0BE02FDCE9}"/>
              </a:ext>
            </a:extLst>
          </p:cNvPr>
          <p:cNvSpPr>
            <a:spLocks noGrp="1"/>
          </p:cNvSpPr>
          <p:nvPr>
            <p:ph type="body" idx="1"/>
          </p:nvPr>
        </p:nvSpPr>
        <p:spPr>
          <a:xfrm>
            <a:off x="629842" y="1260872"/>
            <a:ext cx="3868340" cy="61793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10B85C13-D1FD-5752-C1BC-749A1751F6CD}"/>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97A59267-3506-48F5-2848-94ED99CCBFA4}"/>
              </a:ext>
            </a:extLst>
          </p:cNvPr>
          <p:cNvSpPr>
            <a:spLocks noGrp="1"/>
          </p:cNvSpPr>
          <p:nvPr>
            <p:ph type="body" sz="quarter" idx="3"/>
          </p:nvPr>
        </p:nvSpPr>
        <p:spPr>
          <a:xfrm>
            <a:off x="4629151" y="1260872"/>
            <a:ext cx="3887391" cy="61793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DCFBFBB3-DC06-E450-6560-37EBE1963192}"/>
              </a:ext>
            </a:extLst>
          </p:cNvPr>
          <p:cNvSpPr>
            <a:spLocks noGrp="1"/>
          </p:cNvSpPr>
          <p:nvPr>
            <p:ph sz="quarter" idx="4"/>
          </p:nvPr>
        </p:nvSpPr>
        <p:spPr>
          <a:xfrm>
            <a:off x="4629151"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89E24E32-547B-00DF-CD6D-9AF00A9EB3CB}"/>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8" name="Footer Placeholder 7">
            <a:extLst>
              <a:ext uri="{FF2B5EF4-FFF2-40B4-BE49-F238E27FC236}">
                <a16:creationId xmlns="" xmlns:a16="http://schemas.microsoft.com/office/drawing/2014/main" id="{BFDB6CBE-BA51-7388-56AF-61A7A2C5CD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BF78FF93-7F7C-D42D-D66D-1A4A6990F966}"/>
              </a:ext>
            </a:extLst>
          </p:cNvPr>
          <p:cNvSpPr>
            <a:spLocks noGrp="1"/>
          </p:cNvSpPr>
          <p:nvPr>
            <p:ph type="sldNum" sz="quarter" idx="12"/>
          </p:nvPr>
        </p:nvSpPr>
        <p:spPr/>
        <p:txBody>
          <a:bodyPr/>
          <a:lstStyle/>
          <a:p>
            <a:fld id="{D198643B-74E8-4E1E-8987-15E63DBB3E54}" type="slidenum">
              <a:rPr lang="en-IN" smtClean="0"/>
              <a:pPr/>
              <a:t>‹#›</a:t>
            </a:fld>
            <a:endParaRPr lang="en-IN"/>
          </a:p>
        </p:txBody>
      </p:sp>
    </p:spTree>
    <p:extLst>
      <p:ext uri="{BB962C8B-B14F-4D97-AF65-F5344CB8AC3E}">
        <p14:creationId xmlns="" xmlns:p14="http://schemas.microsoft.com/office/powerpoint/2010/main" val="4116891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48BCCD-1DB4-02AE-E5D6-21FE611B7F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63D2E328-8885-4461-591B-E912203FE25C}"/>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4" name="Footer Placeholder 3">
            <a:extLst>
              <a:ext uri="{FF2B5EF4-FFF2-40B4-BE49-F238E27FC236}">
                <a16:creationId xmlns="" xmlns:a16="http://schemas.microsoft.com/office/drawing/2014/main" id="{FF213C72-576D-7F83-9B9E-C564E83818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3D24D986-6474-8D57-F387-99D044B39B9C}"/>
              </a:ext>
            </a:extLst>
          </p:cNvPr>
          <p:cNvSpPr>
            <a:spLocks noGrp="1"/>
          </p:cNvSpPr>
          <p:nvPr>
            <p:ph type="sldNum" sz="quarter" idx="12"/>
          </p:nvPr>
        </p:nvSpPr>
        <p:spPr/>
        <p:txBody>
          <a:bodyPr/>
          <a:lstStyle/>
          <a:p>
            <a:fld id="{D198643B-74E8-4E1E-8987-15E63DBB3E54}" type="slidenum">
              <a:rPr lang="en-IN" smtClean="0"/>
              <a:pPr/>
              <a:t>‹#›</a:t>
            </a:fld>
            <a:endParaRPr lang="en-IN"/>
          </a:p>
        </p:txBody>
      </p:sp>
    </p:spTree>
    <p:extLst>
      <p:ext uri="{BB962C8B-B14F-4D97-AF65-F5344CB8AC3E}">
        <p14:creationId xmlns="" xmlns:p14="http://schemas.microsoft.com/office/powerpoint/2010/main" val="697121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C3F3E98-83B8-55A3-8E7D-00B65D271D0B}"/>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3" name="Footer Placeholder 2">
            <a:extLst>
              <a:ext uri="{FF2B5EF4-FFF2-40B4-BE49-F238E27FC236}">
                <a16:creationId xmlns="" xmlns:a16="http://schemas.microsoft.com/office/drawing/2014/main" id="{9CEBB593-4991-4457-5F45-BFB05B102DD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98B61A5F-B111-2451-32E3-32B7F9588D37}"/>
              </a:ext>
            </a:extLst>
          </p:cNvPr>
          <p:cNvSpPr>
            <a:spLocks noGrp="1"/>
          </p:cNvSpPr>
          <p:nvPr>
            <p:ph type="sldNum" sz="quarter" idx="12"/>
          </p:nvPr>
        </p:nvSpPr>
        <p:spPr/>
        <p:txBody>
          <a:bodyPr/>
          <a:lstStyle/>
          <a:p>
            <a:fld id="{D198643B-74E8-4E1E-8987-15E63DBB3E54}" type="slidenum">
              <a:rPr lang="en-IN" smtClean="0"/>
              <a:pPr/>
              <a:t>‹#›</a:t>
            </a:fld>
            <a:endParaRPr lang="en-IN"/>
          </a:p>
        </p:txBody>
      </p:sp>
    </p:spTree>
    <p:extLst>
      <p:ext uri="{BB962C8B-B14F-4D97-AF65-F5344CB8AC3E}">
        <p14:creationId xmlns="" xmlns:p14="http://schemas.microsoft.com/office/powerpoint/2010/main" val="401009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B8270D-3583-EE69-2AA5-E4AEB9DF332C}"/>
              </a:ext>
            </a:extLst>
          </p:cNvPr>
          <p:cNvSpPr>
            <a:spLocks noGrp="1"/>
          </p:cNvSpPr>
          <p:nvPr>
            <p:ph type="title"/>
          </p:nvPr>
        </p:nvSpPr>
        <p:spPr>
          <a:xfrm>
            <a:off x="629841" y="342900"/>
            <a:ext cx="2949178"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E9C4ACFD-9818-F811-6BCF-F0BFA127643B}"/>
              </a:ext>
            </a:extLst>
          </p:cNvPr>
          <p:cNvSpPr>
            <a:spLocks noGrp="1"/>
          </p:cNvSpPr>
          <p:nvPr>
            <p:ph idx="1"/>
          </p:nvPr>
        </p:nvSpPr>
        <p:spPr>
          <a:xfrm>
            <a:off x="3887391" y="740570"/>
            <a:ext cx="4629150" cy="365521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2FC8FB25-088E-3EDC-C7C2-B089F08CE85A}"/>
              </a:ext>
            </a:extLst>
          </p:cNvPr>
          <p:cNvSpPr>
            <a:spLocks noGrp="1"/>
          </p:cNvSpPr>
          <p:nvPr>
            <p:ph type="body" sz="half" idx="2"/>
          </p:nvPr>
        </p:nvSpPr>
        <p:spPr>
          <a:xfrm>
            <a:off x="629841" y="1543050"/>
            <a:ext cx="2949178" cy="28586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AACB885F-71A2-1ACF-35FE-EC1573144904}"/>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6" name="Footer Placeholder 5">
            <a:extLst>
              <a:ext uri="{FF2B5EF4-FFF2-40B4-BE49-F238E27FC236}">
                <a16:creationId xmlns="" xmlns:a16="http://schemas.microsoft.com/office/drawing/2014/main" id="{0CC00618-5A9F-06C3-79E5-82BA11AC65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A1BCF7D3-2003-1265-D758-27C5D15B238F}"/>
              </a:ext>
            </a:extLst>
          </p:cNvPr>
          <p:cNvSpPr>
            <a:spLocks noGrp="1"/>
          </p:cNvSpPr>
          <p:nvPr>
            <p:ph type="sldNum" sz="quarter" idx="12"/>
          </p:nvPr>
        </p:nvSpPr>
        <p:spPr/>
        <p:txBody>
          <a:bodyPr/>
          <a:lstStyle/>
          <a:p>
            <a:fld id="{D198643B-74E8-4E1E-8987-15E63DBB3E54}" type="slidenum">
              <a:rPr lang="en-IN" smtClean="0"/>
              <a:pPr/>
              <a:t>‹#›</a:t>
            </a:fld>
            <a:endParaRPr lang="en-IN"/>
          </a:p>
        </p:txBody>
      </p:sp>
    </p:spTree>
    <p:extLst>
      <p:ext uri="{BB962C8B-B14F-4D97-AF65-F5344CB8AC3E}">
        <p14:creationId xmlns="" xmlns:p14="http://schemas.microsoft.com/office/powerpoint/2010/main" val="1519882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6D2DD2-B072-ED8C-59A5-862D054DF37D}"/>
              </a:ext>
            </a:extLst>
          </p:cNvPr>
          <p:cNvSpPr>
            <a:spLocks noGrp="1"/>
          </p:cNvSpPr>
          <p:nvPr>
            <p:ph type="title"/>
          </p:nvPr>
        </p:nvSpPr>
        <p:spPr>
          <a:xfrm>
            <a:off x="629841" y="342900"/>
            <a:ext cx="2949178"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F9FEE178-5C4C-6254-0C04-E9DDB8833A84}"/>
              </a:ext>
            </a:extLst>
          </p:cNvPr>
          <p:cNvSpPr>
            <a:spLocks noGrp="1"/>
          </p:cNvSpPr>
          <p:nvPr>
            <p:ph type="pic" idx="1"/>
          </p:nvPr>
        </p:nvSpPr>
        <p:spPr>
          <a:xfrm>
            <a:off x="3887391" y="740570"/>
            <a:ext cx="4629150" cy="36552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F20520A2-1EC6-758B-5BBB-A54C11327F10}"/>
              </a:ext>
            </a:extLst>
          </p:cNvPr>
          <p:cNvSpPr>
            <a:spLocks noGrp="1"/>
          </p:cNvSpPr>
          <p:nvPr>
            <p:ph type="body" sz="half" idx="2"/>
          </p:nvPr>
        </p:nvSpPr>
        <p:spPr>
          <a:xfrm>
            <a:off x="629841" y="1543050"/>
            <a:ext cx="2949178" cy="28586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F1EE9F3C-0560-A09E-973B-B5E66F1F534C}"/>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6" name="Footer Placeholder 5">
            <a:extLst>
              <a:ext uri="{FF2B5EF4-FFF2-40B4-BE49-F238E27FC236}">
                <a16:creationId xmlns="" xmlns:a16="http://schemas.microsoft.com/office/drawing/2014/main" id="{2A3D2508-DBD5-4D78-F801-A078D8F576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B97AB7D2-6AB9-C26B-E252-E42D7F44DEEA}"/>
              </a:ext>
            </a:extLst>
          </p:cNvPr>
          <p:cNvSpPr>
            <a:spLocks noGrp="1"/>
          </p:cNvSpPr>
          <p:nvPr>
            <p:ph type="sldNum" sz="quarter" idx="12"/>
          </p:nvPr>
        </p:nvSpPr>
        <p:spPr/>
        <p:txBody>
          <a:bodyPr/>
          <a:lstStyle/>
          <a:p>
            <a:fld id="{D198643B-74E8-4E1E-8987-15E63DBB3E54}" type="slidenum">
              <a:rPr lang="en-IN" smtClean="0"/>
              <a:pPr/>
              <a:t>‹#›</a:t>
            </a:fld>
            <a:endParaRPr lang="en-IN"/>
          </a:p>
        </p:txBody>
      </p:sp>
    </p:spTree>
    <p:extLst>
      <p:ext uri="{BB962C8B-B14F-4D97-AF65-F5344CB8AC3E}">
        <p14:creationId xmlns="" xmlns:p14="http://schemas.microsoft.com/office/powerpoint/2010/main" val="1170633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948C32-2435-4740-BF1D-338EEB8FD3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5A3E1AF-761B-AA18-4554-97D23180F5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90EB97B-9562-DA9B-26EE-15C60EE22136}"/>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5" name="Footer Placeholder 4">
            <a:extLst>
              <a:ext uri="{FF2B5EF4-FFF2-40B4-BE49-F238E27FC236}">
                <a16:creationId xmlns="" xmlns:a16="http://schemas.microsoft.com/office/drawing/2014/main" id="{BFCB2961-5424-C23F-D6DF-3CFDD5D1AA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80E9556-3F19-D3F2-6559-8A0316535E4C}"/>
              </a:ext>
            </a:extLst>
          </p:cNvPr>
          <p:cNvSpPr>
            <a:spLocks noGrp="1"/>
          </p:cNvSpPr>
          <p:nvPr>
            <p:ph type="sldNum" sz="quarter" idx="12"/>
          </p:nvPr>
        </p:nvSpPr>
        <p:spPr/>
        <p:txBody>
          <a:bodyPr/>
          <a:lstStyle/>
          <a:p>
            <a:fld id="{D198643B-74E8-4E1E-8987-15E63DBB3E54}" type="slidenum">
              <a:rPr lang="en-IN" smtClean="0"/>
              <a:pPr/>
              <a:t>‹#›</a:t>
            </a:fld>
            <a:endParaRPr lang="en-IN"/>
          </a:p>
        </p:txBody>
      </p:sp>
    </p:spTree>
    <p:extLst>
      <p:ext uri="{BB962C8B-B14F-4D97-AF65-F5344CB8AC3E}">
        <p14:creationId xmlns="" xmlns:p14="http://schemas.microsoft.com/office/powerpoint/2010/main" val="714969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2389D163-5593-D30E-5C0C-BF8D1920F9A6}"/>
              </a:ext>
            </a:extLst>
          </p:cNvPr>
          <p:cNvSpPr>
            <a:spLocks noGrp="1"/>
          </p:cNvSpPr>
          <p:nvPr>
            <p:ph type="title" orient="vert"/>
          </p:nvPr>
        </p:nvSpPr>
        <p:spPr>
          <a:xfrm>
            <a:off x="6543676"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3E09AA29-34B1-1416-29A7-7DC592FED8C9}"/>
              </a:ext>
            </a:extLst>
          </p:cNvPr>
          <p:cNvSpPr>
            <a:spLocks noGrp="1"/>
          </p:cNvSpPr>
          <p:nvPr>
            <p:ph type="body" orient="vert" idx="1"/>
          </p:nvPr>
        </p:nvSpPr>
        <p:spPr>
          <a:xfrm>
            <a:off x="628651"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4B74C36-9683-03D8-8355-BEF4AC7694EF}"/>
              </a:ext>
            </a:extLst>
          </p:cNvPr>
          <p:cNvSpPr>
            <a:spLocks noGrp="1"/>
          </p:cNvSpPr>
          <p:nvPr>
            <p:ph type="dt" sz="half" idx="10"/>
          </p:nvPr>
        </p:nvSpPr>
        <p:spPr/>
        <p:txBody>
          <a:bodyPr/>
          <a:lstStyle/>
          <a:p>
            <a:fld id="{8B8E2A52-5D9A-4C5D-8576-8F0FD34B05A5}" type="datetimeFigureOut">
              <a:rPr lang="en-IN" smtClean="0"/>
              <a:pPr/>
              <a:t>19-02-2025</a:t>
            </a:fld>
            <a:endParaRPr lang="en-IN"/>
          </a:p>
        </p:txBody>
      </p:sp>
      <p:sp>
        <p:nvSpPr>
          <p:cNvPr id="5" name="Footer Placeholder 4">
            <a:extLst>
              <a:ext uri="{FF2B5EF4-FFF2-40B4-BE49-F238E27FC236}">
                <a16:creationId xmlns="" xmlns:a16="http://schemas.microsoft.com/office/drawing/2014/main" id="{CC81C52E-8C0E-6108-D7B2-63B511879E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25F8B10-71BE-EBB7-2A94-B5B477FB7B28}"/>
              </a:ext>
            </a:extLst>
          </p:cNvPr>
          <p:cNvSpPr>
            <a:spLocks noGrp="1"/>
          </p:cNvSpPr>
          <p:nvPr>
            <p:ph type="sldNum" sz="quarter" idx="12"/>
          </p:nvPr>
        </p:nvSpPr>
        <p:spPr/>
        <p:txBody>
          <a:bodyPr/>
          <a:lstStyle/>
          <a:p>
            <a:fld id="{D198643B-74E8-4E1E-8987-15E63DBB3E54}" type="slidenum">
              <a:rPr lang="en-IN" smtClean="0"/>
              <a:pPr/>
              <a:t>‹#›</a:t>
            </a:fld>
            <a:endParaRPr lang="en-IN"/>
          </a:p>
        </p:txBody>
      </p:sp>
    </p:spTree>
    <p:extLst>
      <p:ext uri="{BB962C8B-B14F-4D97-AF65-F5344CB8AC3E}">
        <p14:creationId xmlns="" xmlns:p14="http://schemas.microsoft.com/office/powerpoint/2010/main" val="1896387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60B3B00A-0CA4-4E5B-925F-951D759CB7E0}"/>
              </a:ext>
            </a:extLst>
          </p:cNvPr>
          <p:cNvSpPr>
            <a:spLocks noGrp="1"/>
          </p:cNvSpPr>
          <p:nvPr>
            <p:ph type="title"/>
          </p:nvPr>
        </p:nvSpPr>
        <p:spPr>
          <a:xfrm>
            <a:off x="628650" y="273845"/>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1D6B003-4D1B-8E0F-DECC-4BBC592C533E}"/>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35544E1-F474-AB94-9EA2-B87841F00123}"/>
              </a:ext>
            </a:extLst>
          </p:cNvPr>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8B8E2A52-5D9A-4C5D-8576-8F0FD34B05A5}" type="datetimeFigureOut">
              <a:rPr lang="en-IN" smtClean="0"/>
              <a:pPr/>
              <a:t>19-02-2025</a:t>
            </a:fld>
            <a:endParaRPr lang="en-IN"/>
          </a:p>
        </p:txBody>
      </p:sp>
      <p:sp>
        <p:nvSpPr>
          <p:cNvPr id="5" name="Footer Placeholder 4">
            <a:extLst>
              <a:ext uri="{FF2B5EF4-FFF2-40B4-BE49-F238E27FC236}">
                <a16:creationId xmlns="" xmlns:a16="http://schemas.microsoft.com/office/drawing/2014/main" id="{C5D52732-A9BC-1282-BACE-A920C858C885}"/>
              </a:ext>
            </a:extLst>
          </p:cNvPr>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61D44CD7-E226-CCCC-A5BE-C1C8663A816C}"/>
              </a:ext>
            </a:extLst>
          </p:cNvPr>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198643B-74E8-4E1E-8987-15E63DBB3E54}" type="slidenum">
              <a:rPr lang="en-IN" smtClean="0"/>
              <a:pPr/>
              <a:t>‹#›</a:t>
            </a:fld>
            <a:endParaRPr lang="en-IN"/>
          </a:p>
        </p:txBody>
      </p:sp>
      <p:pic>
        <p:nvPicPr>
          <p:cNvPr id="7" name="object 5">
            <a:extLst>
              <a:ext uri="{FF2B5EF4-FFF2-40B4-BE49-F238E27FC236}">
                <a16:creationId xmlns="" xmlns:a16="http://schemas.microsoft.com/office/drawing/2014/main" id="{525D1A3D-337F-3285-F367-21BF96B2FA36}"/>
              </a:ext>
            </a:extLst>
          </p:cNvPr>
          <p:cNvPicPr/>
          <p:nvPr userDrawn="1"/>
        </p:nvPicPr>
        <p:blipFill>
          <a:blip r:embed="rId13" cstate="print"/>
          <a:stretch>
            <a:fillRect/>
          </a:stretch>
        </p:blipFill>
        <p:spPr>
          <a:xfrm>
            <a:off x="2" y="0"/>
            <a:ext cx="1669637" cy="534905"/>
          </a:xfrm>
          <a:prstGeom prst="rect">
            <a:avLst/>
          </a:prstGeom>
        </p:spPr>
      </p:pic>
      <p:pic>
        <p:nvPicPr>
          <p:cNvPr id="8" name="object 4">
            <a:extLst>
              <a:ext uri="{FF2B5EF4-FFF2-40B4-BE49-F238E27FC236}">
                <a16:creationId xmlns="" xmlns:a16="http://schemas.microsoft.com/office/drawing/2014/main" id="{ED5D3EF2-7E45-EEE1-B429-14A2BD02DA0E}"/>
              </a:ext>
            </a:extLst>
          </p:cNvPr>
          <p:cNvPicPr/>
          <p:nvPr userDrawn="1"/>
        </p:nvPicPr>
        <p:blipFill>
          <a:blip r:embed="rId14" cstate="print"/>
          <a:stretch>
            <a:fillRect/>
          </a:stretch>
        </p:blipFill>
        <p:spPr>
          <a:xfrm>
            <a:off x="8515350" y="1"/>
            <a:ext cx="550308" cy="563849"/>
          </a:xfrm>
          <a:prstGeom prst="rect">
            <a:avLst/>
          </a:prstGeom>
        </p:spPr>
      </p:pic>
    </p:spTree>
    <p:extLst>
      <p:ext uri="{BB962C8B-B14F-4D97-AF65-F5344CB8AC3E}">
        <p14:creationId xmlns="" xmlns:p14="http://schemas.microsoft.com/office/powerpoint/2010/main" val="22283872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2DB2C7-9CB3-029D-A2D6-5384E1ACC10E}"/>
              </a:ext>
            </a:extLst>
          </p:cNvPr>
          <p:cNvSpPr>
            <a:spLocks noGrp="1"/>
          </p:cNvSpPr>
          <p:nvPr>
            <p:ph type="ctrTitle"/>
          </p:nvPr>
        </p:nvSpPr>
        <p:spPr>
          <a:xfrm>
            <a:off x="1298275" y="130096"/>
            <a:ext cx="6858000" cy="374552"/>
          </a:xfrm>
        </p:spPr>
        <p:txBody>
          <a:bodyPr>
            <a:noAutofit/>
          </a:bodyPr>
          <a:lstStyle/>
          <a:p>
            <a:r>
              <a:rPr lang="en-IN" sz="3200" b="1" dirty="0">
                <a:solidFill>
                  <a:srgbClr val="002060"/>
                </a:solidFill>
                <a:latin typeface="Times New Roman" panose="02020603050405020304" pitchFamily="18" charset="0"/>
                <a:cs typeface="Times New Roman" panose="02020603050405020304" pitchFamily="18" charset="0"/>
              </a:rPr>
              <a:t>Dayananda Sagar University</a:t>
            </a:r>
          </a:p>
        </p:txBody>
      </p:sp>
      <p:sp>
        <p:nvSpPr>
          <p:cNvPr id="7" name="object 3">
            <a:extLst>
              <a:ext uri="{FF2B5EF4-FFF2-40B4-BE49-F238E27FC236}">
                <a16:creationId xmlns="" xmlns:a16="http://schemas.microsoft.com/office/drawing/2014/main" id="{578BB208-306B-D095-1397-9DAB57589938}"/>
              </a:ext>
            </a:extLst>
          </p:cNvPr>
          <p:cNvSpPr txBox="1"/>
          <p:nvPr/>
        </p:nvSpPr>
        <p:spPr>
          <a:xfrm>
            <a:off x="930610" y="622479"/>
            <a:ext cx="7593330" cy="4020973"/>
          </a:xfrm>
          <a:prstGeom prst="rect">
            <a:avLst/>
          </a:prstGeom>
        </p:spPr>
        <p:txBody>
          <a:bodyPr vert="horz" wrap="square" lIns="0" tIns="12065" rIns="0" bIns="0" rtlCol="0">
            <a:spAutoFit/>
          </a:bodyPr>
          <a:lstStyle/>
          <a:p>
            <a:pPr algn="ctr">
              <a:lnSpc>
                <a:spcPct val="100000"/>
              </a:lnSpc>
              <a:spcBef>
                <a:spcPts val="95"/>
              </a:spcBef>
            </a:pPr>
            <a:r>
              <a:rPr sz="2800" b="1" spc="195" dirty="0">
                <a:solidFill>
                  <a:srgbClr val="002060"/>
                </a:solidFill>
                <a:latin typeface="Cambria"/>
                <a:cs typeface="Cambria"/>
              </a:rPr>
              <a:t>School</a:t>
            </a:r>
            <a:r>
              <a:rPr sz="2800" b="1" spc="345" dirty="0">
                <a:solidFill>
                  <a:srgbClr val="002060"/>
                </a:solidFill>
                <a:latin typeface="Cambria"/>
                <a:cs typeface="Cambria"/>
              </a:rPr>
              <a:t> </a:t>
            </a:r>
            <a:r>
              <a:rPr sz="2800" b="1" spc="135" dirty="0">
                <a:solidFill>
                  <a:srgbClr val="002060"/>
                </a:solidFill>
                <a:latin typeface="Cambria"/>
                <a:cs typeface="Cambria"/>
              </a:rPr>
              <a:t>of</a:t>
            </a:r>
            <a:r>
              <a:rPr sz="2800" b="1" spc="340" dirty="0">
                <a:solidFill>
                  <a:srgbClr val="002060"/>
                </a:solidFill>
                <a:latin typeface="Cambria"/>
                <a:cs typeface="Cambria"/>
              </a:rPr>
              <a:t> </a:t>
            </a:r>
            <a:r>
              <a:rPr sz="2800" b="1" spc="145" dirty="0">
                <a:solidFill>
                  <a:srgbClr val="002060"/>
                </a:solidFill>
                <a:latin typeface="Cambria"/>
                <a:cs typeface="Cambria"/>
              </a:rPr>
              <a:t>Engineering</a:t>
            </a:r>
            <a:endParaRPr sz="2800" dirty="0">
              <a:solidFill>
                <a:srgbClr val="002060"/>
              </a:solidFill>
              <a:latin typeface="Cambria"/>
              <a:cs typeface="Cambria"/>
            </a:endParaRPr>
          </a:p>
          <a:p>
            <a:pPr algn="ctr">
              <a:lnSpc>
                <a:spcPct val="100000"/>
              </a:lnSpc>
              <a:spcBef>
                <a:spcPts val="40"/>
              </a:spcBef>
            </a:pPr>
            <a:r>
              <a:rPr sz="1800" b="1" spc="85" dirty="0">
                <a:latin typeface="Cambria"/>
                <a:cs typeface="Cambria"/>
              </a:rPr>
              <a:t>Devarakaggalahalli,</a:t>
            </a:r>
            <a:r>
              <a:rPr sz="1800" b="1" spc="275" dirty="0">
                <a:latin typeface="Cambria"/>
                <a:cs typeface="Cambria"/>
              </a:rPr>
              <a:t> </a:t>
            </a:r>
            <a:r>
              <a:rPr sz="1800" b="1" spc="80" dirty="0">
                <a:latin typeface="Cambria"/>
                <a:cs typeface="Cambria"/>
              </a:rPr>
              <a:t>Harohalli</a:t>
            </a:r>
            <a:r>
              <a:rPr sz="1800" b="1" spc="250" dirty="0">
                <a:latin typeface="Cambria"/>
                <a:cs typeface="Cambria"/>
              </a:rPr>
              <a:t> </a:t>
            </a:r>
            <a:r>
              <a:rPr sz="1800" b="1" spc="85" dirty="0">
                <a:latin typeface="Cambria"/>
                <a:cs typeface="Cambria"/>
              </a:rPr>
              <a:t>Kanakapura</a:t>
            </a:r>
            <a:r>
              <a:rPr sz="1800" b="1" spc="260" dirty="0">
                <a:latin typeface="Cambria"/>
                <a:cs typeface="Cambria"/>
              </a:rPr>
              <a:t> </a:t>
            </a:r>
            <a:r>
              <a:rPr sz="1800" b="1" spc="125" dirty="0">
                <a:latin typeface="Cambria"/>
                <a:cs typeface="Cambria"/>
              </a:rPr>
              <a:t>Road,</a:t>
            </a:r>
            <a:r>
              <a:rPr sz="1800" b="1" spc="245" dirty="0">
                <a:latin typeface="Cambria"/>
                <a:cs typeface="Cambria"/>
              </a:rPr>
              <a:t> </a:t>
            </a:r>
            <a:r>
              <a:rPr sz="1800" b="1" spc="160" dirty="0">
                <a:latin typeface="Cambria"/>
                <a:cs typeface="Cambria"/>
              </a:rPr>
              <a:t>Dt,</a:t>
            </a:r>
            <a:r>
              <a:rPr sz="1800" b="1" spc="220" dirty="0">
                <a:latin typeface="Cambria"/>
                <a:cs typeface="Cambria"/>
              </a:rPr>
              <a:t> </a:t>
            </a:r>
            <a:r>
              <a:rPr sz="1800" b="1" spc="105" dirty="0">
                <a:latin typeface="Cambria"/>
                <a:cs typeface="Cambria"/>
              </a:rPr>
              <a:t>Ramanagara,</a:t>
            </a:r>
            <a:r>
              <a:rPr sz="1800" b="1" spc="280" dirty="0">
                <a:latin typeface="Cambria"/>
                <a:cs typeface="Cambria"/>
              </a:rPr>
              <a:t> </a:t>
            </a:r>
            <a:r>
              <a:rPr sz="1800" b="1" spc="95" dirty="0">
                <a:latin typeface="Cambria"/>
                <a:cs typeface="Cambria"/>
              </a:rPr>
              <a:t>Karnataka</a:t>
            </a:r>
            <a:r>
              <a:rPr sz="1800" b="1" spc="250" dirty="0">
                <a:latin typeface="Cambria"/>
                <a:cs typeface="Cambria"/>
              </a:rPr>
              <a:t> </a:t>
            </a:r>
            <a:r>
              <a:rPr sz="1800" b="1" spc="100" dirty="0">
                <a:latin typeface="Cambria"/>
                <a:cs typeface="Cambria"/>
              </a:rPr>
              <a:t>562112</a:t>
            </a:r>
            <a:endParaRPr sz="1800" dirty="0">
              <a:latin typeface="Cambria"/>
              <a:cs typeface="Cambria"/>
            </a:endParaRPr>
          </a:p>
          <a:p>
            <a:pPr marR="190500" algn="ctr">
              <a:lnSpc>
                <a:spcPct val="100000"/>
              </a:lnSpc>
              <a:spcBef>
                <a:spcPts val="1885"/>
              </a:spcBef>
            </a:pPr>
            <a:r>
              <a:rPr sz="2000" b="1" spc="120" dirty="0">
                <a:latin typeface="Cambria"/>
                <a:cs typeface="Cambria"/>
              </a:rPr>
              <a:t>Department</a:t>
            </a:r>
            <a:r>
              <a:rPr sz="2000" b="1" spc="220" dirty="0">
                <a:latin typeface="Cambria"/>
                <a:cs typeface="Cambria"/>
              </a:rPr>
              <a:t> </a:t>
            </a:r>
            <a:r>
              <a:rPr sz="2000" b="1" spc="105" dirty="0">
                <a:latin typeface="Cambria"/>
                <a:cs typeface="Cambria"/>
              </a:rPr>
              <a:t>of</a:t>
            </a:r>
            <a:r>
              <a:rPr sz="2000" b="1" spc="240" dirty="0">
                <a:latin typeface="Cambria"/>
                <a:cs typeface="Cambria"/>
              </a:rPr>
              <a:t> </a:t>
            </a:r>
            <a:r>
              <a:rPr sz="2000" b="1" spc="135" dirty="0">
                <a:latin typeface="Cambria"/>
                <a:cs typeface="Cambria"/>
              </a:rPr>
              <a:t>Computer</a:t>
            </a:r>
            <a:r>
              <a:rPr sz="2000" b="1" spc="210" dirty="0">
                <a:latin typeface="Cambria"/>
                <a:cs typeface="Cambria"/>
              </a:rPr>
              <a:t> </a:t>
            </a:r>
            <a:r>
              <a:rPr sz="2000" b="1" spc="160" dirty="0">
                <a:latin typeface="Cambria"/>
                <a:cs typeface="Cambria"/>
              </a:rPr>
              <a:t>Science</a:t>
            </a:r>
            <a:r>
              <a:rPr sz="2000" b="1" spc="260" dirty="0">
                <a:latin typeface="Cambria"/>
                <a:cs typeface="Cambria"/>
              </a:rPr>
              <a:t> </a:t>
            </a:r>
            <a:r>
              <a:rPr sz="2000" b="1" spc="114" dirty="0">
                <a:latin typeface="Cambria"/>
                <a:cs typeface="Cambria"/>
              </a:rPr>
              <a:t>&amp;</a:t>
            </a:r>
            <a:r>
              <a:rPr sz="2000" b="1" spc="235" dirty="0">
                <a:latin typeface="Cambria"/>
                <a:cs typeface="Cambria"/>
              </a:rPr>
              <a:t> </a:t>
            </a:r>
            <a:r>
              <a:rPr sz="2000" b="1" spc="105" dirty="0">
                <a:latin typeface="Cambria"/>
                <a:cs typeface="Cambria"/>
              </a:rPr>
              <a:t>Engineering</a:t>
            </a:r>
            <a:endParaRPr sz="2000" dirty="0">
              <a:latin typeface="Cambria"/>
              <a:cs typeface="Cambria"/>
            </a:endParaRPr>
          </a:p>
          <a:p>
            <a:pPr marR="191135" algn="ctr">
              <a:lnSpc>
                <a:spcPct val="100000"/>
              </a:lnSpc>
            </a:pPr>
            <a:r>
              <a:rPr sz="2000" b="1" spc="80" dirty="0">
                <a:latin typeface="Cambria"/>
                <a:cs typeface="Cambria"/>
              </a:rPr>
              <a:t>(Artificial</a:t>
            </a:r>
            <a:r>
              <a:rPr sz="2000" b="1" spc="240" dirty="0">
                <a:latin typeface="Cambria"/>
                <a:cs typeface="Cambria"/>
              </a:rPr>
              <a:t> </a:t>
            </a:r>
            <a:r>
              <a:rPr sz="2000" b="1" spc="114" dirty="0">
                <a:latin typeface="Cambria"/>
                <a:cs typeface="Cambria"/>
              </a:rPr>
              <a:t>Intelligence</a:t>
            </a:r>
            <a:r>
              <a:rPr sz="2000" b="1" spc="229" dirty="0">
                <a:latin typeface="Cambria"/>
                <a:cs typeface="Cambria"/>
              </a:rPr>
              <a:t> </a:t>
            </a:r>
            <a:r>
              <a:rPr sz="2000" b="1" spc="114" dirty="0">
                <a:latin typeface="Cambria"/>
                <a:cs typeface="Cambria"/>
              </a:rPr>
              <a:t>&amp;</a:t>
            </a:r>
            <a:r>
              <a:rPr sz="2000" b="1" spc="229" dirty="0">
                <a:latin typeface="Cambria"/>
                <a:cs typeface="Cambria"/>
              </a:rPr>
              <a:t> </a:t>
            </a:r>
            <a:r>
              <a:rPr sz="2000" b="1" spc="130" dirty="0">
                <a:latin typeface="Cambria"/>
                <a:cs typeface="Cambria"/>
              </a:rPr>
              <a:t>Machine</a:t>
            </a:r>
            <a:r>
              <a:rPr sz="2000" b="1" spc="235" dirty="0">
                <a:latin typeface="Cambria"/>
                <a:cs typeface="Cambria"/>
              </a:rPr>
              <a:t> </a:t>
            </a:r>
            <a:r>
              <a:rPr sz="2000" b="1" spc="60" dirty="0">
                <a:latin typeface="Cambria"/>
                <a:cs typeface="Cambria"/>
              </a:rPr>
              <a:t>Learning)</a:t>
            </a:r>
            <a:endParaRPr sz="2000" dirty="0">
              <a:latin typeface="Cambria"/>
              <a:cs typeface="Cambria"/>
            </a:endParaRPr>
          </a:p>
          <a:p>
            <a:pPr>
              <a:lnSpc>
                <a:spcPct val="100000"/>
              </a:lnSpc>
              <a:spcBef>
                <a:spcPts val="1885"/>
              </a:spcBef>
            </a:pPr>
            <a:endParaRPr sz="2000" dirty="0">
              <a:latin typeface="Cambria"/>
              <a:cs typeface="Cambria"/>
            </a:endParaRPr>
          </a:p>
          <a:p>
            <a:pPr marL="148590" algn="ctr">
              <a:lnSpc>
                <a:spcPct val="100000"/>
              </a:lnSpc>
              <a:spcBef>
                <a:spcPts val="5"/>
              </a:spcBef>
              <a:tabLst>
                <a:tab pos="2138680" algn="l"/>
                <a:tab pos="3382645" algn="l"/>
              </a:tabLst>
            </a:pPr>
            <a:r>
              <a:rPr lang="en-IN" sz="3600" b="1" spc="180" dirty="0">
                <a:latin typeface="Cambria"/>
                <a:cs typeface="Cambria"/>
              </a:rPr>
              <a:t>FULL STACK DEVELOPMENT</a:t>
            </a:r>
            <a:endParaRPr sz="3600" dirty="0">
              <a:latin typeface="Cambria"/>
              <a:cs typeface="Cambria"/>
            </a:endParaRPr>
          </a:p>
          <a:p>
            <a:pPr marL="250825" algn="ctr">
              <a:lnSpc>
                <a:spcPct val="100000"/>
              </a:lnSpc>
              <a:spcBef>
                <a:spcPts val="1814"/>
              </a:spcBef>
            </a:pPr>
            <a:r>
              <a:rPr sz="2400" b="1" spc="290" dirty="0">
                <a:latin typeface="Cambria"/>
                <a:cs typeface="Cambria"/>
              </a:rPr>
              <a:t>SEMESTER</a:t>
            </a:r>
            <a:r>
              <a:rPr sz="2400" b="1" spc="254" dirty="0">
                <a:latin typeface="Cambria"/>
                <a:cs typeface="Cambria"/>
              </a:rPr>
              <a:t> </a:t>
            </a:r>
            <a:r>
              <a:rPr sz="2400" b="1" dirty="0">
                <a:latin typeface="Cambria"/>
                <a:cs typeface="Cambria"/>
              </a:rPr>
              <a:t>–</a:t>
            </a:r>
            <a:r>
              <a:rPr sz="2400" b="1" spc="280" dirty="0">
                <a:latin typeface="Cambria"/>
                <a:cs typeface="Cambria"/>
              </a:rPr>
              <a:t> </a:t>
            </a:r>
            <a:r>
              <a:rPr lang="en-IN" sz="2400" b="1" spc="145" dirty="0">
                <a:latin typeface="Cambria"/>
                <a:cs typeface="Cambria"/>
              </a:rPr>
              <a:t>IV</a:t>
            </a:r>
            <a:endParaRPr sz="2400" dirty="0">
              <a:latin typeface="Cambria"/>
              <a:cs typeface="Cambria"/>
            </a:endParaRPr>
          </a:p>
          <a:p>
            <a:pPr marL="250190" algn="ctr">
              <a:lnSpc>
                <a:spcPct val="100000"/>
              </a:lnSpc>
              <a:spcBef>
                <a:spcPts val="705"/>
              </a:spcBef>
            </a:pPr>
            <a:r>
              <a:rPr sz="2400" b="1" spc="140" smtClean="0">
                <a:latin typeface="Cambria"/>
                <a:cs typeface="Cambria"/>
              </a:rPr>
              <a:t>Unit-</a:t>
            </a:r>
            <a:r>
              <a:rPr lang="en-IN" sz="2400" b="1" spc="105" dirty="0" smtClean="0">
                <a:latin typeface="Cambria"/>
                <a:cs typeface="Cambria"/>
              </a:rPr>
              <a:t>2</a:t>
            </a:r>
            <a:endParaRPr sz="2400" dirty="0">
              <a:latin typeface="Cambria"/>
              <a:cs typeface="Cambria"/>
            </a:endParaRPr>
          </a:p>
        </p:txBody>
      </p:sp>
    </p:spTree>
    <p:extLst>
      <p:ext uri="{BB962C8B-B14F-4D97-AF65-F5344CB8AC3E}">
        <p14:creationId xmlns="" xmlns:p14="http://schemas.microsoft.com/office/powerpoint/2010/main" val="12292713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5B20D1-FE94-41EC-701F-0ABF6CC97E26}"/>
              </a:ext>
            </a:extLst>
          </p:cNvPr>
          <p:cNvSpPr>
            <a:spLocks noGrp="1"/>
          </p:cNvSpPr>
          <p:nvPr>
            <p:ph type="title"/>
          </p:nvPr>
        </p:nvSpPr>
        <p:spPr>
          <a:xfrm>
            <a:off x="512194" y="0"/>
            <a:ext cx="7886700" cy="515474"/>
          </a:xfrm>
        </p:spPr>
        <p:txBody>
          <a:bodyPr>
            <a:noAutofit/>
          </a:bodyPr>
          <a:lstStyle/>
          <a:p>
            <a:pPr algn="ctr"/>
            <a:r>
              <a:rPr lang="en-IN" b="1" spc="335" dirty="0">
                <a:solidFill>
                  <a:srgbClr val="002060"/>
                </a:solidFill>
                <a:latin typeface="Times New Roman" panose="02020603050405020304" pitchFamily="18" charset="0"/>
                <a:cs typeface="Times New Roman" panose="02020603050405020304" pitchFamily="18" charset="0"/>
              </a:rPr>
              <a:t>Syllabus</a:t>
            </a:r>
            <a:endParaRPr lang="en-IN"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object 5">
            <a:extLst>
              <a:ext uri="{FF2B5EF4-FFF2-40B4-BE49-F238E27FC236}">
                <a16:creationId xmlns="" xmlns:a16="http://schemas.microsoft.com/office/drawing/2014/main" id="{FBC917FD-3385-2A29-8AC8-C3CC896491B5}"/>
              </a:ext>
            </a:extLst>
          </p:cNvPr>
          <p:cNvGraphicFramePr>
            <a:graphicFrameLocks noGrp="1"/>
          </p:cNvGraphicFramePr>
          <p:nvPr>
            <p:extLst>
              <p:ext uri="{D42A27DB-BD31-4B8C-83A1-F6EECF244321}">
                <p14:modId xmlns="" xmlns:p14="http://schemas.microsoft.com/office/powerpoint/2010/main" val="3719744194"/>
              </p:ext>
            </p:extLst>
          </p:nvPr>
        </p:nvGraphicFramePr>
        <p:xfrm>
          <a:off x="331695" y="670356"/>
          <a:ext cx="8673646" cy="4191000"/>
        </p:xfrm>
        <a:graphic>
          <a:graphicData uri="http://schemas.openxmlformats.org/drawingml/2006/table">
            <a:tbl>
              <a:tblPr firstRow="1" bandRow="1">
                <a:tableStyleId>{2D5ABB26-0587-4C30-8999-92F81FD0307C}</a:tableStyleId>
              </a:tblPr>
              <a:tblGrid>
                <a:gridCol w="8673646">
                  <a:extLst>
                    <a:ext uri="{9D8B030D-6E8A-4147-A177-3AD203B41FA5}">
                      <a16:colId xmlns="" xmlns:a16="http://schemas.microsoft.com/office/drawing/2014/main" val="20000"/>
                    </a:ext>
                  </a:extLst>
                </a:gridCol>
              </a:tblGrid>
              <a:tr h="378138">
                <a:tc>
                  <a:txBody>
                    <a:bodyPr/>
                    <a:lstStyle/>
                    <a:p>
                      <a:pPr algn="ctr">
                        <a:lnSpc>
                          <a:spcPts val="3265"/>
                        </a:lnSpc>
                      </a:pPr>
                      <a:r>
                        <a:rPr sz="2100" b="1" spc="155" dirty="0">
                          <a:latin typeface="Times New Roman" pitchFamily="18" charset="0"/>
                          <a:cs typeface="Times New Roman" pitchFamily="18" charset="0"/>
                        </a:rPr>
                        <a:t>UNIT</a:t>
                      </a:r>
                      <a:r>
                        <a:rPr sz="2100" b="1" spc="340" dirty="0">
                          <a:latin typeface="Times New Roman" pitchFamily="18" charset="0"/>
                          <a:cs typeface="Times New Roman" pitchFamily="18" charset="0"/>
                        </a:rPr>
                        <a:t> </a:t>
                      </a:r>
                      <a:r>
                        <a:rPr sz="2100" b="1">
                          <a:latin typeface="Times New Roman" pitchFamily="18" charset="0"/>
                          <a:cs typeface="Times New Roman" pitchFamily="18" charset="0"/>
                        </a:rPr>
                        <a:t>–</a:t>
                      </a:r>
                      <a:r>
                        <a:rPr sz="2100" b="1" spc="325">
                          <a:latin typeface="Times New Roman" pitchFamily="18" charset="0"/>
                          <a:cs typeface="Times New Roman" pitchFamily="18" charset="0"/>
                        </a:rPr>
                        <a:t> </a:t>
                      </a:r>
                      <a:r>
                        <a:rPr sz="2100" b="1" spc="145" smtClean="0">
                          <a:latin typeface="Times New Roman" pitchFamily="18" charset="0"/>
                          <a:cs typeface="Times New Roman" pitchFamily="18" charset="0"/>
                        </a:rPr>
                        <a:t>I</a:t>
                      </a:r>
                      <a:r>
                        <a:rPr lang="en-IN" sz="2100" b="1" spc="145" dirty="0" smtClean="0">
                          <a:latin typeface="Times New Roman" pitchFamily="18" charset="0"/>
                          <a:cs typeface="Times New Roman" pitchFamily="18" charset="0"/>
                        </a:rPr>
                        <a:t>I</a:t>
                      </a:r>
                      <a:endParaRPr sz="2100" dirty="0">
                        <a:latin typeface="Times New Roman" pitchFamily="18" charset="0"/>
                        <a:cs typeface="Times New Roman"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 xmlns:a16="http://schemas.microsoft.com/office/drawing/2014/main" val="10000"/>
                  </a:ext>
                </a:extLst>
              </a:tr>
              <a:tr h="3771900">
                <a:tc>
                  <a:txBody>
                    <a:bodyPr/>
                    <a:lstStyle/>
                    <a:p>
                      <a:pPr marL="285750" indent="-285750" defTabSz="360363">
                        <a:lnSpc>
                          <a:spcPct val="150000"/>
                        </a:lnSpc>
                        <a:buFont typeface="Wingdings" pitchFamily="2" charset="2"/>
                        <a:buNone/>
                      </a:pPr>
                      <a:r>
                        <a:rPr lang="en-IN" sz="1500" b="1" i="0" u="none" strike="noStrike" baseline="0" dirty="0" smtClean="0">
                          <a:solidFill>
                            <a:srgbClr val="7030A0"/>
                          </a:solidFill>
                          <a:latin typeface="Times New Roman" pitchFamily="18" charset="0"/>
                          <a:ea typeface="+mn-ea"/>
                          <a:cs typeface="Times New Roman" pitchFamily="18" charset="0"/>
                        </a:rPr>
                        <a:t>Introduction to CSS: </a:t>
                      </a:r>
                    </a:p>
                    <a:p>
                      <a:pPr marL="901700" indent="-285750">
                        <a:lnSpc>
                          <a:spcPct val="150000"/>
                        </a:lnSpc>
                        <a:buFont typeface="Wingdings" pitchFamily="2" charset="2"/>
                        <a:buChar char="ü"/>
                      </a:pPr>
                      <a:r>
                        <a:rPr lang="en-IN" sz="1500" b="0" i="0" u="none" strike="noStrike" baseline="0" dirty="0" smtClean="0">
                          <a:solidFill>
                            <a:schemeClr val="tx1"/>
                          </a:solidFill>
                          <a:latin typeface="Times New Roman" pitchFamily="18" charset="0"/>
                          <a:ea typeface="+mn-ea"/>
                          <a:cs typeface="Times New Roman" pitchFamily="18" charset="0"/>
                        </a:rPr>
                        <a:t>CSS syntax ,Cascading effect, </a:t>
                      </a:r>
                    </a:p>
                    <a:p>
                      <a:pPr marL="901700" indent="-285750">
                        <a:lnSpc>
                          <a:spcPct val="150000"/>
                        </a:lnSpc>
                        <a:buFont typeface="Wingdings" pitchFamily="2" charset="2"/>
                        <a:buChar char="ü"/>
                      </a:pPr>
                      <a:r>
                        <a:rPr lang="en-IN" sz="1500" b="0" i="0" u="none" strike="noStrike" baseline="0" dirty="0" smtClean="0">
                          <a:solidFill>
                            <a:schemeClr val="tx1"/>
                          </a:solidFill>
                          <a:latin typeface="Times New Roman" pitchFamily="18" charset="0"/>
                          <a:ea typeface="+mn-ea"/>
                          <a:cs typeface="Times New Roman" pitchFamily="18" charset="0"/>
                        </a:rPr>
                        <a:t>Specificity, </a:t>
                      </a:r>
                    </a:p>
                    <a:p>
                      <a:pPr marL="901700" indent="-285750">
                        <a:lnSpc>
                          <a:spcPct val="150000"/>
                        </a:lnSpc>
                        <a:buFont typeface="Wingdings" pitchFamily="2" charset="2"/>
                        <a:buChar char="ü"/>
                      </a:pPr>
                      <a:r>
                        <a:rPr lang="en-IN" sz="1500" b="0" i="0" u="none" strike="noStrike" baseline="0" dirty="0" smtClean="0">
                          <a:solidFill>
                            <a:schemeClr val="tx1"/>
                          </a:solidFill>
                          <a:latin typeface="Times New Roman" pitchFamily="18" charset="0"/>
                          <a:ea typeface="+mn-ea"/>
                          <a:cs typeface="Times New Roman" pitchFamily="18" charset="0"/>
                        </a:rPr>
                        <a:t>Combining and layering selectors,</a:t>
                      </a:r>
                    </a:p>
                    <a:p>
                      <a:pPr marL="901700" indent="-285750">
                        <a:lnSpc>
                          <a:spcPct val="150000"/>
                        </a:lnSpc>
                        <a:buFont typeface="Wingdings" pitchFamily="2" charset="2"/>
                        <a:buChar char="ü"/>
                      </a:pPr>
                      <a:r>
                        <a:rPr lang="en-IN" sz="1500" b="0" i="0" u="none" strike="noStrike" baseline="0" dirty="0" smtClean="0">
                          <a:solidFill>
                            <a:schemeClr val="tx1"/>
                          </a:solidFill>
                          <a:latin typeface="Times New Roman" pitchFamily="18" charset="0"/>
                          <a:ea typeface="+mn-ea"/>
                          <a:cs typeface="Times New Roman" pitchFamily="18" charset="0"/>
                        </a:rPr>
                        <a:t>Backgrounds and gradients, </a:t>
                      </a:r>
                    </a:p>
                    <a:p>
                      <a:pPr marL="901700" indent="-285750">
                        <a:lnSpc>
                          <a:spcPct val="150000"/>
                        </a:lnSpc>
                        <a:buFont typeface="Wingdings" pitchFamily="2" charset="2"/>
                        <a:buChar char="ü"/>
                      </a:pPr>
                      <a:r>
                        <a:rPr lang="en-IN" sz="1500" b="0" i="0" u="none" strike="noStrike" baseline="0" dirty="0" smtClean="0">
                          <a:solidFill>
                            <a:schemeClr val="tx1"/>
                          </a:solidFill>
                          <a:latin typeface="Times New Roman" pitchFamily="18" charset="0"/>
                          <a:ea typeface="+mn-ea"/>
                          <a:cs typeface="Times New Roman" pitchFamily="18" charset="0"/>
                        </a:rPr>
                        <a:t>CSS resets, </a:t>
                      </a:r>
                    </a:p>
                    <a:p>
                      <a:pPr marL="901700" indent="-285750">
                        <a:lnSpc>
                          <a:spcPct val="150000"/>
                        </a:lnSpc>
                        <a:buFont typeface="Wingdings" pitchFamily="2" charset="2"/>
                        <a:buChar char="ü"/>
                      </a:pPr>
                      <a:r>
                        <a:rPr lang="en-IN" sz="1500" b="0" i="0" u="none" strike="noStrike" baseline="0" dirty="0" smtClean="0">
                          <a:solidFill>
                            <a:schemeClr val="tx1"/>
                          </a:solidFill>
                          <a:latin typeface="Times New Roman" pitchFamily="18" charset="0"/>
                          <a:ea typeface="+mn-ea"/>
                          <a:cs typeface="Times New Roman" pitchFamily="18" charset="0"/>
                        </a:rPr>
                        <a:t>The box model, </a:t>
                      </a:r>
                    </a:p>
                    <a:p>
                      <a:pPr marL="901700" indent="-285750">
                        <a:lnSpc>
                          <a:spcPct val="150000"/>
                        </a:lnSpc>
                        <a:buFont typeface="Wingdings" pitchFamily="2" charset="2"/>
                        <a:buChar char="ü"/>
                      </a:pPr>
                      <a:r>
                        <a:rPr lang="en-IN" sz="1500" b="0" i="0" u="none" strike="noStrike" baseline="0" dirty="0" smtClean="0">
                          <a:solidFill>
                            <a:schemeClr val="tx1"/>
                          </a:solidFill>
                          <a:latin typeface="Times New Roman" pitchFamily="18" charset="0"/>
                          <a:ea typeface="+mn-ea"/>
                          <a:cs typeface="Times New Roman" pitchFamily="18" charset="0"/>
                        </a:rPr>
                        <a:t>Positioning with floats, </a:t>
                      </a:r>
                    </a:p>
                    <a:p>
                      <a:pPr marL="901700" indent="-285750">
                        <a:lnSpc>
                          <a:spcPct val="150000"/>
                        </a:lnSpc>
                        <a:buFont typeface="Wingdings" pitchFamily="2" charset="2"/>
                        <a:buChar char="ü"/>
                      </a:pPr>
                      <a:r>
                        <a:rPr lang="en-IN" sz="1500" b="0" i="0" u="none" strike="noStrike" baseline="0" dirty="0" smtClean="0">
                          <a:solidFill>
                            <a:schemeClr val="tx1"/>
                          </a:solidFill>
                          <a:latin typeface="Times New Roman" pitchFamily="18" charset="0"/>
                          <a:ea typeface="+mn-ea"/>
                          <a:cs typeface="Times New Roman" pitchFamily="18" charset="0"/>
                        </a:rPr>
                        <a:t>Creating a grid structure, </a:t>
                      </a:r>
                    </a:p>
                    <a:p>
                      <a:pPr marL="901700" indent="-285750">
                        <a:lnSpc>
                          <a:spcPct val="150000"/>
                        </a:lnSpc>
                        <a:buFont typeface="Wingdings" pitchFamily="2" charset="2"/>
                        <a:buChar char="ü"/>
                      </a:pPr>
                      <a:r>
                        <a:rPr lang="en-IN" sz="1500" b="0" i="0" u="none" strike="noStrike" baseline="0" dirty="0" smtClean="0">
                          <a:solidFill>
                            <a:schemeClr val="tx1"/>
                          </a:solidFill>
                          <a:latin typeface="Times New Roman" pitchFamily="18" charset="0"/>
                          <a:ea typeface="+mn-ea"/>
                          <a:cs typeface="Times New Roman" pitchFamily="18" charset="0"/>
                        </a:rPr>
                        <a:t>Precise Positioning, </a:t>
                      </a:r>
                    </a:p>
                    <a:p>
                      <a:pPr marL="901700" indent="-285750">
                        <a:lnSpc>
                          <a:spcPct val="150000"/>
                        </a:lnSpc>
                        <a:buFont typeface="Wingdings" pitchFamily="2" charset="2"/>
                        <a:buChar char="ü"/>
                      </a:pPr>
                      <a:r>
                        <a:rPr lang="en-IN" sz="1500" b="0" i="0" u="none" strike="noStrike" baseline="0" dirty="0" smtClean="0">
                          <a:solidFill>
                            <a:schemeClr val="tx1"/>
                          </a:solidFill>
                          <a:latin typeface="Times New Roman" pitchFamily="18" charset="0"/>
                          <a:ea typeface="+mn-ea"/>
                          <a:cs typeface="Times New Roman" pitchFamily="18" charset="0"/>
                        </a:rPr>
                        <a:t>Basic website clone.</a:t>
                      </a:r>
                      <a:endParaRPr sz="1500" b="0" dirty="0">
                        <a:latin typeface="Times New Roman" pitchFamily="18" charset="0"/>
                        <a:cs typeface="Times New Roman"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 xmlns:a16="http://schemas.microsoft.com/office/drawing/2014/main" val="10001"/>
                  </a:ext>
                </a:extLst>
              </a:tr>
            </a:tbl>
          </a:graphicData>
        </a:graphic>
      </p:graphicFrame>
    </p:spTree>
    <p:extLst>
      <p:ext uri="{BB962C8B-B14F-4D97-AF65-F5344CB8AC3E}">
        <p14:creationId xmlns="" xmlns:p14="http://schemas.microsoft.com/office/powerpoint/2010/main" val="23558867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5B20D1-FE94-41EC-701F-0ABF6CC97E26}"/>
              </a:ext>
            </a:extLst>
          </p:cNvPr>
          <p:cNvSpPr>
            <a:spLocks noGrp="1"/>
          </p:cNvSpPr>
          <p:nvPr>
            <p:ph type="title"/>
          </p:nvPr>
        </p:nvSpPr>
        <p:spPr>
          <a:xfrm>
            <a:off x="512194" y="0"/>
            <a:ext cx="7886700" cy="515474"/>
          </a:xfrm>
        </p:spPr>
        <p:txBody>
          <a:bodyPr>
            <a:noAutofit/>
          </a:bodyPr>
          <a:lstStyle/>
          <a:p>
            <a:pPr algn="ctr"/>
            <a:r>
              <a:rPr lang="en-IN" sz="4000" dirty="0" smtClean="0">
                <a:solidFill>
                  <a:srgbClr val="7030A0"/>
                </a:solidFill>
                <a:latin typeface="Times New Roman" pitchFamily="18" charset="0"/>
                <a:cs typeface="Times New Roman" pitchFamily="18" charset="0"/>
              </a:rPr>
              <a:t>Introduction to CSS</a:t>
            </a:r>
            <a:endParaRPr lang="en-IN" sz="4000" dirty="0">
              <a:solidFill>
                <a:srgbClr val="7030A0"/>
              </a:solidFill>
              <a:latin typeface="Times New Roman" pitchFamily="18" charset="0"/>
              <a:cs typeface="Times New Roman" pitchFamily="18" charset="0"/>
            </a:endParaRPr>
          </a:p>
        </p:txBody>
      </p:sp>
      <p:sp>
        <p:nvSpPr>
          <p:cNvPr id="5" name="object 5"/>
          <p:cNvSpPr txBox="1"/>
          <p:nvPr/>
        </p:nvSpPr>
        <p:spPr>
          <a:xfrm>
            <a:off x="428596" y="785800"/>
            <a:ext cx="8429625" cy="2349361"/>
          </a:xfrm>
          <a:prstGeom prst="rect">
            <a:avLst/>
          </a:prstGeom>
          <a:ln>
            <a:solidFill>
              <a:schemeClr val="tx2"/>
            </a:solidFill>
          </a:ln>
        </p:spPr>
        <p:txBody>
          <a:bodyPr vert="horz" wrap="square" lIns="0" tIns="12700" rIns="0" bIns="0" rtlCol="0">
            <a:spAutoFit/>
          </a:bodyPr>
          <a:lstStyle/>
          <a:p>
            <a:pPr marL="265113" marR="461009" indent="-265113" algn="just">
              <a:lnSpc>
                <a:spcPct val="100000"/>
              </a:lnSpc>
              <a:spcBef>
                <a:spcPts val="600"/>
              </a:spcBef>
              <a:spcAft>
                <a:spcPts val="600"/>
              </a:spcAft>
              <a:buFont typeface="Wingdings" pitchFamily="2" charset="2"/>
              <a:buChar char="ü"/>
            </a:pPr>
            <a:r>
              <a:rPr lang="en-IN" dirty="0" smtClean="0">
                <a:latin typeface="Times New Roman" pitchFamily="18" charset="0"/>
                <a:cs typeface="Times New Roman" pitchFamily="18" charset="0"/>
              </a:rPr>
              <a:t>CSS (Cascading Style Sheets) is the language we use to style an HTML  document. CSS describes how HTML elements should be displayed.</a:t>
            </a:r>
          </a:p>
          <a:p>
            <a:pPr marL="265113" marR="461009" indent="-265113" algn="just">
              <a:lnSpc>
                <a:spcPct val="100000"/>
              </a:lnSpc>
              <a:spcBef>
                <a:spcPts val="600"/>
              </a:spcBef>
              <a:spcAft>
                <a:spcPts val="600"/>
              </a:spcAft>
              <a:buFont typeface="Wingdings" pitchFamily="2" charset="2"/>
              <a:buChar char="ü"/>
            </a:pPr>
            <a:r>
              <a:rPr lang="en-IN" dirty="0" smtClean="0">
                <a:latin typeface="Times New Roman" pitchFamily="18" charset="0"/>
                <a:cs typeface="Times New Roman" pitchFamily="18" charset="0"/>
              </a:rPr>
              <a:t>Using CSS, we can control the </a:t>
            </a:r>
            <a:r>
              <a:rPr lang="en-IN" dirty="0" err="1" smtClean="0">
                <a:latin typeface="Times New Roman" pitchFamily="18" charset="0"/>
                <a:cs typeface="Times New Roman" pitchFamily="18" charset="0"/>
              </a:rPr>
              <a:t>color</a:t>
            </a:r>
            <a:r>
              <a:rPr lang="en-IN" dirty="0" smtClean="0">
                <a:latin typeface="Times New Roman" pitchFamily="18" charset="0"/>
                <a:cs typeface="Times New Roman" pitchFamily="18" charset="0"/>
              </a:rPr>
              <a:t> of the text, the style of fonts, the spacing between paragraphs, how columns are sized and laid out, what background images or </a:t>
            </a:r>
            <a:r>
              <a:rPr lang="en-IN" dirty="0" err="1" smtClean="0">
                <a:latin typeface="Times New Roman" pitchFamily="18" charset="0"/>
                <a:cs typeface="Times New Roman" pitchFamily="18" charset="0"/>
              </a:rPr>
              <a:t>colors</a:t>
            </a:r>
            <a:r>
              <a:rPr lang="en-IN" dirty="0" smtClean="0">
                <a:latin typeface="Times New Roman" pitchFamily="18" charset="0"/>
                <a:cs typeface="Times New Roman" pitchFamily="18" charset="0"/>
              </a:rPr>
              <a:t> are used.</a:t>
            </a:r>
          </a:p>
          <a:p>
            <a:pPr marL="265113" marR="461009" indent="-265113" algn="just">
              <a:lnSpc>
                <a:spcPct val="100000"/>
              </a:lnSpc>
              <a:spcBef>
                <a:spcPts val="600"/>
              </a:spcBef>
              <a:spcAft>
                <a:spcPts val="600"/>
              </a:spcAft>
              <a:buFont typeface="Wingdings" pitchFamily="2" charset="2"/>
              <a:buChar char="ü"/>
            </a:pPr>
            <a:r>
              <a:rPr lang="en-IN" dirty="0" smtClean="0">
                <a:latin typeface="Times New Roman" pitchFamily="18" charset="0"/>
                <a:cs typeface="Times New Roman" pitchFamily="18" charset="0"/>
              </a:rPr>
              <a:t>CSS can control the layout of multiple web pages all at once.</a:t>
            </a:r>
          </a:p>
          <a:p>
            <a:pPr marL="363538" marR="461009" indent="-363538" algn="ctr">
              <a:lnSpc>
                <a:spcPct val="100000"/>
              </a:lnSpc>
              <a:spcBef>
                <a:spcPts val="100"/>
              </a:spcBef>
            </a:pPr>
            <a:endParaRPr>
              <a:latin typeface="Times New Roman" pitchFamily="18" charset="0"/>
              <a:cs typeface="Times New Roman" pitchFamily="18" charset="0"/>
            </a:endParaRPr>
          </a:p>
        </p:txBody>
      </p:sp>
      <p:pic>
        <p:nvPicPr>
          <p:cNvPr id="6" name="object 21"/>
          <p:cNvPicPr/>
          <p:nvPr/>
        </p:nvPicPr>
        <p:blipFill>
          <a:blip r:embed="rId2" cstate="print"/>
          <a:stretch>
            <a:fillRect/>
          </a:stretch>
        </p:blipFill>
        <p:spPr>
          <a:xfrm>
            <a:off x="2786050" y="3286130"/>
            <a:ext cx="3627120" cy="1456690"/>
          </a:xfrm>
          <a:prstGeom prst="rect">
            <a:avLst/>
          </a:prstGeom>
        </p:spPr>
      </p:pic>
    </p:spTree>
    <p:extLst>
      <p:ext uri="{BB962C8B-B14F-4D97-AF65-F5344CB8AC3E}">
        <p14:creationId xmlns="" xmlns:p14="http://schemas.microsoft.com/office/powerpoint/2010/main" val="23558867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5B20D1-FE94-41EC-701F-0ABF6CC97E26}"/>
              </a:ext>
            </a:extLst>
          </p:cNvPr>
          <p:cNvSpPr>
            <a:spLocks noGrp="1"/>
          </p:cNvSpPr>
          <p:nvPr>
            <p:ph type="title"/>
          </p:nvPr>
        </p:nvSpPr>
        <p:spPr>
          <a:xfrm>
            <a:off x="512194" y="0"/>
            <a:ext cx="7886700" cy="515474"/>
          </a:xfrm>
        </p:spPr>
        <p:txBody>
          <a:bodyPr>
            <a:noAutofit/>
          </a:bodyPr>
          <a:lstStyle/>
          <a:p>
            <a:pPr algn="ctr"/>
            <a:r>
              <a:rPr lang="en-IN" sz="4000" dirty="0" smtClean="0">
                <a:solidFill>
                  <a:srgbClr val="7030A0"/>
                </a:solidFill>
                <a:latin typeface="Times New Roman" pitchFamily="18" charset="0"/>
                <a:cs typeface="Times New Roman" pitchFamily="18" charset="0"/>
              </a:rPr>
              <a:t>Introduction to CSS</a:t>
            </a:r>
            <a:endParaRPr lang="en-IN" sz="4000" dirty="0">
              <a:solidFill>
                <a:srgbClr val="7030A0"/>
              </a:solidFill>
              <a:latin typeface="Times New Roman" pitchFamily="18" charset="0"/>
              <a:cs typeface="Times New Roman" pitchFamily="18" charset="0"/>
            </a:endParaRPr>
          </a:p>
        </p:txBody>
      </p:sp>
      <p:sp>
        <p:nvSpPr>
          <p:cNvPr id="7" name="object 2"/>
          <p:cNvSpPr txBox="1"/>
          <p:nvPr/>
        </p:nvSpPr>
        <p:spPr>
          <a:xfrm>
            <a:off x="111791" y="828458"/>
            <a:ext cx="8889365" cy="4029308"/>
          </a:xfrm>
          <a:prstGeom prst="rect">
            <a:avLst/>
          </a:prstGeom>
          <a:ln>
            <a:solidFill>
              <a:schemeClr val="tx1"/>
            </a:solidFill>
          </a:ln>
        </p:spPr>
        <p:txBody>
          <a:bodyPr vert="horz" wrap="square" lIns="0" tIns="12700" rIns="0" bIns="0" rtlCol="0">
            <a:spAutoFit/>
          </a:bodyPr>
          <a:lstStyle/>
          <a:p>
            <a:pPr marL="363538" marR="13970" indent="-350838" algn="just">
              <a:spcBef>
                <a:spcPts val="600"/>
              </a:spcBef>
              <a:spcAft>
                <a:spcPts val="600"/>
              </a:spcAft>
            </a:pPr>
            <a:r>
              <a:rPr lang="en-IN" sz="1500" dirty="0" smtClean="0">
                <a:latin typeface="Times New Roman" pitchFamily="18" charset="0"/>
                <a:cs typeface="Times New Roman" pitchFamily="18" charset="0"/>
              </a:rPr>
              <a:t>The need for developing CSS (Cascading Style Sheets) arises from the limitations of HTML in terms of presentation and layout. CSS was created to solve these issues and provide several benefits:</a:t>
            </a:r>
          </a:p>
          <a:p>
            <a:pPr marL="363538" marR="13970" indent="-350838" algn="just">
              <a:spcBef>
                <a:spcPts val="600"/>
              </a:spcBef>
              <a:spcAft>
                <a:spcPts val="600"/>
              </a:spcAft>
              <a:buFont typeface="+mj-lt"/>
              <a:buAutoNum type="arabicPeriod"/>
            </a:pPr>
            <a:r>
              <a:rPr lang="en-IN" sz="1500" dirty="0" smtClean="0">
                <a:solidFill>
                  <a:srgbClr val="0070C0"/>
                </a:solidFill>
                <a:latin typeface="Times New Roman" pitchFamily="18" charset="0"/>
                <a:cs typeface="Times New Roman" pitchFamily="18" charset="0"/>
              </a:rPr>
              <a:t>Separation of Content and Presentation: </a:t>
            </a:r>
            <a:r>
              <a:rPr lang="en-IN" sz="1500" dirty="0" smtClean="0">
                <a:latin typeface="Times New Roman" pitchFamily="18" charset="0"/>
                <a:cs typeface="Times New Roman" pitchFamily="18" charset="0"/>
              </a:rPr>
              <a:t>HTML is used to structure the content of a webpage, while CSS is responsible for the design and layout. This separation allows for cleaner and more maintainable code, making it easier to update and manage websites.</a:t>
            </a:r>
          </a:p>
          <a:p>
            <a:pPr marL="363538" marR="13970" indent="-350838" algn="just">
              <a:spcBef>
                <a:spcPts val="600"/>
              </a:spcBef>
              <a:spcAft>
                <a:spcPts val="600"/>
              </a:spcAft>
              <a:buFont typeface="+mj-lt"/>
              <a:buAutoNum type="arabicPeriod"/>
            </a:pPr>
            <a:r>
              <a:rPr lang="en-IN" sz="1500" dirty="0" smtClean="0">
                <a:solidFill>
                  <a:srgbClr val="0070C0"/>
                </a:solidFill>
                <a:latin typeface="Times New Roman" pitchFamily="18" charset="0"/>
                <a:cs typeface="Times New Roman" pitchFamily="18" charset="0"/>
              </a:rPr>
              <a:t>Consistency Across Pages: </a:t>
            </a:r>
            <a:r>
              <a:rPr lang="en-IN" sz="1500" dirty="0" smtClean="0">
                <a:latin typeface="Times New Roman" pitchFamily="18" charset="0"/>
                <a:cs typeface="Times New Roman" pitchFamily="18" charset="0"/>
              </a:rPr>
              <a:t>With CSS, the style of multiple pages can be controlled from a single </a:t>
            </a:r>
            <a:r>
              <a:rPr lang="en-IN" sz="1500" dirty="0" err="1" smtClean="0">
                <a:latin typeface="Times New Roman" pitchFamily="18" charset="0"/>
                <a:cs typeface="Times New Roman" pitchFamily="18" charset="0"/>
              </a:rPr>
              <a:t>stylesheet</a:t>
            </a:r>
            <a:r>
              <a:rPr lang="en-IN" sz="1500" dirty="0" smtClean="0">
                <a:latin typeface="Times New Roman" pitchFamily="18" charset="0"/>
                <a:cs typeface="Times New Roman" pitchFamily="18" charset="0"/>
              </a:rPr>
              <a:t>, ensuring a consistent look and feel across an entire website. This simplifies updates since changes to the CSS file are reflected on all associated pages.</a:t>
            </a:r>
          </a:p>
          <a:p>
            <a:pPr marL="363538" marR="13970" indent="-350838" algn="just">
              <a:spcBef>
                <a:spcPts val="600"/>
              </a:spcBef>
              <a:spcAft>
                <a:spcPts val="600"/>
              </a:spcAft>
              <a:buFont typeface="+mj-lt"/>
              <a:buAutoNum type="arabicPeriod"/>
            </a:pPr>
            <a:r>
              <a:rPr lang="en-IN" sz="1500" dirty="0" smtClean="0">
                <a:solidFill>
                  <a:srgbClr val="0070C0"/>
                </a:solidFill>
                <a:latin typeface="Times New Roman" pitchFamily="18" charset="0"/>
                <a:cs typeface="Times New Roman" pitchFamily="18" charset="0"/>
              </a:rPr>
              <a:t>Improved Page Load Times: </a:t>
            </a:r>
            <a:r>
              <a:rPr lang="en-IN" sz="1500" dirty="0" smtClean="0">
                <a:latin typeface="Times New Roman" pitchFamily="18" charset="0"/>
                <a:cs typeface="Times New Roman" pitchFamily="18" charset="0"/>
              </a:rPr>
              <a:t>CSS reduces the amount of code needed in HTML files, as the same styles can be applied to multiple elements or pages. This leads to smaller file sizes and faster page loading times.</a:t>
            </a:r>
          </a:p>
          <a:p>
            <a:pPr marL="363538" marR="13970" indent="-350838" algn="just">
              <a:spcBef>
                <a:spcPts val="600"/>
              </a:spcBef>
              <a:spcAft>
                <a:spcPts val="600"/>
              </a:spcAft>
              <a:buFont typeface="+mj-lt"/>
              <a:buAutoNum type="arabicPeriod"/>
            </a:pPr>
            <a:r>
              <a:rPr lang="en-IN" sz="1500" dirty="0" smtClean="0">
                <a:solidFill>
                  <a:srgbClr val="0070C0"/>
                </a:solidFill>
                <a:latin typeface="Times New Roman" pitchFamily="18" charset="0"/>
                <a:cs typeface="Times New Roman" pitchFamily="18" charset="0"/>
              </a:rPr>
              <a:t>Enhanced User Experience: </a:t>
            </a:r>
            <a:r>
              <a:rPr lang="en-IN" sz="1500" dirty="0" smtClean="0">
                <a:latin typeface="Times New Roman" pitchFamily="18" charset="0"/>
                <a:cs typeface="Times New Roman" pitchFamily="18" charset="0"/>
              </a:rPr>
              <a:t>CSS enables the use of responsive design techniques, which help </a:t>
            </a:r>
            <a:r>
              <a:rPr lang="en-IN" sz="1500" dirty="0" err="1" smtClean="0">
                <a:latin typeface="Times New Roman" pitchFamily="18" charset="0"/>
                <a:cs typeface="Times New Roman" pitchFamily="18" charset="0"/>
              </a:rPr>
              <a:t>webpages</a:t>
            </a:r>
            <a:r>
              <a:rPr lang="en-IN" sz="1500" dirty="0" smtClean="0">
                <a:latin typeface="Times New Roman" pitchFamily="18" charset="0"/>
                <a:cs typeface="Times New Roman" pitchFamily="18" charset="0"/>
              </a:rPr>
              <a:t> adapt to different screen sizes and devices. This is essential in creating mobile-friendly websites, improving the overall user experience.</a:t>
            </a:r>
          </a:p>
          <a:p>
            <a:pPr marL="176213" marR="13970" indent="-163513" algn="just">
              <a:spcBef>
                <a:spcPts val="600"/>
              </a:spcBef>
              <a:spcAft>
                <a:spcPts val="600"/>
              </a:spcAft>
              <a:buFont typeface="Wingdings" pitchFamily="2" charset="2"/>
              <a:buChar char="ü"/>
            </a:pPr>
            <a:endParaRPr sz="1600">
              <a:latin typeface="Times New Roman" pitchFamily="18" charset="0"/>
              <a:cs typeface="Times New Roman" pitchFamily="18" charset="0"/>
            </a:endParaRPr>
          </a:p>
        </p:txBody>
      </p:sp>
    </p:spTree>
    <p:extLst>
      <p:ext uri="{BB962C8B-B14F-4D97-AF65-F5344CB8AC3E}">
        <p14:creationId xmlns="" xmlns:p14="http://schemas.microsoft.com/office/powerpoint/2010/main" val="23558867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0034" y="531124"/>
            <a:ext cx="8215370" cy="2644027"/>
          </a:xfrm>
          <a:prstGeom prst="rect">
            <a:avLst/>
          </a:prstGeom>
          <a:ln>
            <a:solidFill>
              <a:schemeClr val="tx1"/>
            </a:solidFill>
          </a:ln>
        </p:spPr>
        <p:txBody>
          <a:bodyPr vert="horz" wrap="square" lIns="0" tIns="9939" rIns="0" bIns="0" rtlCol="0">
            <a:spAutoFit/>
          </a:bodyPr>
          <a:lstStyle/>
          <a:p>
            <a:pPr marL="367744" marR="3976" indent="-178902" algn="just">
              <a:lnSpc>
                <a:spcPct val="143800"/>
              </a:lnSpc>
              <a:spcBef>
                <a:spcPts val="78"/>
              </a:spcBef>
              <a:buFont typeface="Times New Roman"/>
              <a:buAutoNum type="arabicPeriod" startAt="5"/>
              <a:tabLst>
                <a:tab pos="367744" algn="l"/>
              </a:tabLst>
            </a:pPr>
            <a:r>
              <a:rPr sz="1300" b="1" dirty="0">
                <a:latin typeface="Times New Roman" pitchFamily="18" charset="0"/>
                <a:cs typeface="Times New Roman" pitchFamily="18" charset="0"/>
              </a:rPr>
              <a:t>Greater</a:t>
            </a:r>
            <a:r>
              <a:rPr sz="1300" b="1" spc="74" dirty="0">
                <a:latin typeface="Times New Roman" pitchFamily="18" charset="0"/>
                <a:cs typeface="Times New Roman" pitchFamily="18" charset="0"/>
              </a:rPr>
              <a:t>  </a:t>
            </a:r>
            <a:r>
              <a:rPr sz="1300" b="1" dirty="0">
                <a:latin typeface="Times New Roman" pitchFamily="18" charset="0"/>
                <a:cs typeface="Times New Roman" pitchFamily="18" charset="0"/>
              </a:rPr>
              <a:t>Design</a:t>
            </a:r>
            <a:r>
              <a:rPr sz="1300" b="1" spc="82" dirty="0">
                <a:latin typeface="Times New Roman" pitchFamily="18" charset="0"/>
                <a:cs typeface="Times New Roman" pitchFamily="18" charset="0"/>
              </a:rPr>
              <a:t>  </a:t>
            </a:r>
            <a:r>
              <a:rPr sz="1300" b="1" dirty="0">
                <a:latin typeface="Times New Roman" pitchFamily="18" charset="0"/>
                <a:cs typeface="Times New Roman" pitchFamily="18" charset="0"/>
              </a:rPr>
              <a:t>Flexibility</a:t>
            </a:r>
            <a:r>
              <a:rPr sz="1300" dirty="0">
                <a:latin typeface="Times New Roman" pitchFamily="18" charset="0"/>
                <a:cs typeface="Times New Roman" pitchFamily="18" charset="0"/>
              </a:rPr>
              <a:t>:</a:t>
            </a:r>
            <a:r>
              <a:rPr sz="1300" spc="78" dirty="0">
                <a:latin typeface="Times New Roman" pitchFamily="18" charset="0"/>
                <a:cs typeface="Times New Roman" pitchFamily="18" charset="0"/>
              </a:rPr>
              <a:t>  </a:t>
            </a:r>
            <a:r>
              <a:rPr sz="1300" dirty="0">
                <a:latin typeface="Times New Roman" pitchFamily="18" charset="0"/>
                <a:cs typeface="Times New Roman" pitchFamily="18" charset="0"/>
              </a:rPr>
              <a:t>CSS</a:t>
            </a:r>
            <a:r>
              <a:rPr sz="1300" spc="82" dirty="0">
                <a:latin typeface="Times New Roman" pitchFamily="18" charset="0"/>
                <a:cs typeface="Times New Roman" pitchFamily="18" charset="0"/>
              </a:rPr>
              <a:t>  </a:t>
            </a:r>
            <a:r>
              <a:rPr sz="1300" dirty="0">
                <a:latin typeface="Times New Roman" pitchFamily="18" charset="0"/>
                <a:cs typeface="Times New Roman" pitchFamily="18" charset="0"/>
              </a:rPr>
              <a:t>offers</a:t>
            </a:r>
            <a:r>
              <a:rPr sz="1300" spc="82" dirty="0">
                <a:latin typeface="Times New Roman" pitchFamily="18" charset="0"/>
                <a:cs typeface="Times New Roman" pitchFamily="18" charset="0"/>
              </a:rPr>
              <a:t>  </a:t>
            </a:r>
            <a:r>
              <a:rPr sz="1300" dirty="0">
                <a:latin typeface="Times New Roman" pitchFamily="18" charset="0"/>
                <a:cs typeface="Times New Roman" pitchFamily="18" charset="0"/>
              </a:rPr>
              <a:t>more</a:t>
            </a:r>
            <a:r>
              <a:rPr sz="1300" spc="74" dirty="0">
                <a:latin typeface="Times New Roman" pitchFamily="18" charset="0"/>
                <a:cs typeface="Times New Roman" pitchFamily="18" charset="0"/>
              </a:rPr>
              <a:t>  </a:t>
            </a:r>
            <a:r>
              <a:rPr sz="1300" dirty="0">
                <a:latin typeface="Times New Roman" pitchFamily="18" charset="0"/>
                <a:cs typeface="Times New Roman" pitchFamily="18" charset="0"/>
              </a:rPr>
              <a:t>advanced</a:t>
            </a:r>
            <a:r>
              <a:rPr sz="1300" spc="78" dirty="0">
                <a:latin typeface="Times New Roman" pitchFamily="18" charset="0"/>
                <a:cs typeface="Times New Roman" pitchFamily="18" charset="0"/>
              </a:rPr>
              <a:t>  </a:t>
            </a:r>
            <a:r>
              <a:rPr sz="1300" dirty="0">
                <a:latin typeface="Times New Roman" pitchFamily="18" charset="0"/>
                <a:cs typeface="Times New Roman" pitchFamily="18" charset="0"/>
              </a:rPr>
              <a:t>design</a:t>
            </a:r>
            <a:r>
              <a:rPr sz="1300" spc="78" dirty="0">
                <a:latin typeface="Times New Roman" pitchFamily="18" charset="0"/>
                <a:cs typeface="Times New Roman" pitchFamily="18" charset="0"/>
              </a:rPr>
              <a:t>  </a:t>
            </a:r>
            <a:r>
              <a:rPr sz="1300" dirty="0">
                <a:latin typeface="Times New Roman" pitchFamily="18" charset="0"/>
                <a:cs typeface="Times New Roman" pitchFamily="18" charset="0"/>
              </a:rPr>
              <a:t>options</a:t>
            </a:r>
            <a:r>
              <a:rPr sz="1300" spc="78" dirty="0">
                <a:latin typeface="Times New Roman" pitchFamily="18" charset="0"/>
                <a:cs typeface="Times New Roman" pitchFamily="18" charset="0"/>
              </a:rPr>
              <a:t>  </a:t>
            </a:r>
            <a:r>
              <a:rPr sz="1300" dirty="0">
                <a:latin typeface="Times New Roman" pitchFamily="18" charset="0"/>
                <a:cs typeface="Times New Roman" pitchFamily="18" charset="0"/>
              </a:rPr>
              <a:t>compared</a:t>
            </a:r>
            <a:r>
              <a:rPr sz="1300" spc="78" dirty="0">
                <a:latin typeface="Times New Roman" pitchFamily="18" charset="0"/>
                <a:cs typeface="Times New Roman" pitchFamily="18" charset="0"/>
              </a:rPr>
              <a:t>  </a:t>
            </a:r>
            <a:r>
              <a:rPr sz="1300" dirty="0">
                <a:latin typeface="Times New Roman" pitchFamily="18" charset="0"/>
                <a:cs typeface="Times New Roman" pitchFamily="18" charset="0"/>
              </a:rPr>
              <a:t>to</a:t>
            </a:r>
            <a:r>
              <a:rPr sz="1300" spc="78" dirty="0">
                <a:latin typeface="Times New Roman" pitchFamily="18" charset="0"/>
                <a:cs typeface="Times New Roman" pitchFamily="18" charset="0"/>
              </a:rPr>
              <a:t>  </a:t>
            </a:r>
            <a:r>
              <a:rPr sz="1300" spc="-8" dirty="0">
                <a:latin typeface="Times New Roman" pitchFamily="18" charset="0"/>
                <a:cs typeface="Times New Roman" pitchFamily="18" charset="0"/>
              </a:rPr>
              <a:t>HTML. </a:t>
            </a:r>
            <a:r>
              <a:rPr sz="1300" dirty="0">
                <a:latin typeface="Times New Roman" pitchFamily="18" charset="0"/>
                <a:cs typeface="Times New Roman" pitchFamily="18" charset="0"/>
              </a:rPr>
              <a:t>Developers</a:t>
            </a:r>
            <a:r>
              <a:rPr sz="1300" spc="39" dirty="0">
                <a:latin typeface="Times New Roman" pitchFamily="18" charset="0"/>
                <a:cs typeface="Times New Roman" pitchFamily="18" charset="0"/>
              </a:rPr>
              <a:t> </a:t>
            </a:r>
            <a:r>
              <a:rPr sz="1300" dirty="0">
                <a:latin typeface="Times New Roman" pitchFamily="18" charset="0"/>
                <a:cs typeface="Times New Roman" pitchFamily="18" charset="0"/>
              </a:rPr>
              <a:t>can</a:t>
            </a:r>
            <a:r>
              <a:rPr sz="1300" spc="47" dirty="0">
                <a:latin typeface="Times New Roman" pitchFamily="18" charset="0"/>
                <a:cs typeface="Times New Roman" pitchFamily="18" charset="0"/>
              </a:rPr>
              <a:t> </a:t>
            </a:r>
            <a:r>
              <a:rPr sz="1300" dirty="0">
                <a:latin typeface="Times New Roman" pitchFamily="18" charset="0"/>
                <a:cs typeface="Times New Roman" pitchFamily="18" charset="0"/>
              </a:rPr>
              <a:t>control</a:t>
            </a:r>
            <a:r>
              <a:rPr sz="1300" spc="43" dirty="0">
                <a:latin typeface="Times New Roman" pitchFamily="18" charset="0"/>
                <a:cs typeface="Times New Roman" pitchFamily="18" charset="0"/>
              </a:rPr>
              <a:t> </a:t>
            </a:r>
            <a:r>
              <a:rPr sz="1300" dirty="0">
                <a:latin typeface="Times New Roman" pitchFamily="18" charset="0"/>
                <a:cs typeface="Times New Roman" pitchFamily="18" charset="0"/>
              </a:rPr>
              <a:t>elements</a:t>
            </a:r>
            <a:r>
              <a:rPr sz="1300" spc="47" dirty="0">
                <a:latin typeface="Times New Roman" pitchFamily="18" charset="0"/>
                <a:cs typeface="Times New Roman" pitchFamily="18" charset="0"/>
              </a:rPr>
              <a:t> </a:t>
            </a:r>
            <a:r>
              <a:rPr sz="1300" dirty="0">
                <a:latin typeface="Times New Roman" pitchFamily="18" charset="0"/>
                <a:cs typeface="Times New Roman" pitchFamily="18" charset="0"/>
              </a:rPr>
              <a:t>such</a:t>
            </a:r>
            <a:r>
              <a:rPr sz="1300" spc="43" dirty="0">
                <a:latin typeface="Times New Roman" pitchFamily="18" charset="0"/>
                <a:cs typeface="Times New Roman" pitchFamily="18" charset="0"/>
              </a:rPr>
              <a:t> </a:t>
            </a:r>
            <a:r>
              <a:rPr sz="1300" dirty="0">
                <a:latin typeface="Times New Roman" pitchFamily="18" charset="0"/>
                <a:cs typeface="Times New Roman" pitchFamily="18" charset="0"/>
              </a:rPr>
              <a:t>as</a:t>
            </a:r>
            <a:r>
              <a:rPr sz="1300" spc="43" dirty="0">
                <a:latin typeface="Times New Roman" pitchFamily="18" charset="0"/>
                <a:cs typeface="Times New Roman" pitchFamily="18" charset="0"/>
              </a:rPr>
              <a:t> </a:t>
            </a:r>
            <a:r>
              <a:rPr sz="1300" dirty="0">
                <a:latin typeface="Times New Roman" pitchFamily="18" charset="0"/>
                <a:cs typeface="Times New Roman" pitchFamily="18" charset="0"/>
              </a:rPr>
              <a:t>fonts,</a:t>
            </a:r>
            <a:r>
              <a:rPr sz="1300" spc="39" dirty="0">
                <a:latin typeface="Times New Roman" pitchFamily="18" charset="0"/>
                <a:cs typeface="Times New Roman" pitchFamily="18" charset="0"/>
              </a:rPr>
              <a:t> </a:t>
            </a:r>
            <a:r>
              <a:rPr sz="1300" dirty="0">
                <a:latin typeface="Times New Roman" pitchFamily="18" charset="0"/>
                <a:cs typeface="Times New Roman" pitchFamily="18" charset="0"/>
              </a:rPr>
              <a:t>colors,</a:t>
            </a:r>
            <a:r>
              <a:rPr sz="1300" spc="51" dirty="0">
                <a:latin typeface="Times New Roman" pitchFamily="18" charset="0"/>
                <a:cs typeface="Times New Roman" pitchFamily="18" charset="0"/>
              </a:rPr>
              <a:t> </a:t>
            </a:r>
            <a:r>
              <a:rPr sz="1300" dirty="0">
                <a:latin typeface="Times New Roman" pitchFamily="18" charset="0"/>
                <a:cs typeface="Times New Roman" pitchFamily="18" charset="0"/>
              </a:rPr>
              <a:t>spacing,</a:t>
            </a:r>
            <a:r>
              <a:rPr sz="1300" spc="35" dirty="0">
                <a:latin typeface="Times New Roman" pitchFamily="18" charset="0"/>
                <a:cs typeface="Times New Roman" pitchFamily="18" charset="0"/>
              </a:rPr>
              <a:t> </a:t>
            </a:r>
            <a:r>
              <a:rPr sz="1300" dirty="0">
                <a:latin typeface="Times New Roman" pitchFamily="18" charset="0"/>
                <a:cs typeface="Times New Roman" pitchFamily="18" charset="0"/>
              </a:rPr>
              <a:t>positioning,</a:t>
            </a:r>
            <a:r>
              <a:rPr sz="1300" spc="39" dirty="0">
                <a:latin typeface="Times New Roman" pitchFamily="18" charset="0"/>
                <a:cs typeface="Times New Roman" pitchFamily="18" charset="0"/>
              </a:rPr>
              <a:t> </a:t>
            </a:r>
            <a:r>
              <a:rPr sz="1300" dirty="0">
                <a:latin typeface="Times New Roman" pitchFamily="18" charset="0"/>
                <a:cs typeface="Times New Roman" pitchFamily="18" charset="0"/>
              </a:rPr>
              <a:t>and</a:t>
            </a:r>
            <a:r>
              <a:rPr sz="1300" spc="47" dirty="0">
                <a:latin typeface="Times New Roman" pitchFamily="18" charset="0"/>
                <a:cs typeface="Times New Roman" pitchFamily="18" charset="0"/>
              </a:rPr>
              <a:t> </a:t>
            </a:r>
            <a:r>
              <a:rPr sz="1300" dirty="0">
                <a:latin typeface="Times New Roman" pitchFamily="18" charset="0"/>
                <a:cs typeface="Times New Roman" pitchFamily="18" charset="0"/>
              </a:rPr>
              <a:t>animations,</a:t>
            </a:r>
            <a:r>
              <a:rPr sz="1300" spc="39" dirty="0">
                <a:latin typeface="Times New Roman" pitchFamily="18" charset="0"/>
                <a:cs typeface="Times New Roman" pitchFamily="18" charset="0"/>
              </a:rPr>
              <a:t> </a:t>
            </a:r>
            <a:r>
              <a:rPr sz="1300" spc="-8" dirty="0">
                <a:latin typeface="Times New Roman" pitchFamily="18" charset="0"/>
                <a:cs typeface="Times New Roman" pitchFamily="18" charset="0"/>
              </a:rPr>
              <a:t>allowing </a:t>
            </a:r>
            <a:r>
              <a:rPr sz="1300" dirty="0">
                <a:latin typeface="Times New Roman" pitchFamily="18" charset="0"/>
                <a:cs typeface="Times New Roman" pitchFamily="18" charset="0"/>
              </a:rPr>
              <a:t>for</a:t>
            </a:r>
            <a:r>
              <a:rPr sz="1300" spc="-31" dirty="0">
                <a:latin typeface="Times New Roman" pitchFamily="18" charset="0"/>
                <a:cs typeface="Times New Roman" pitchFamily="18" charset="0"/>
              </a:rPr>
              <a:t> </a:t>
            </a:r>
            <a:r>
              <a:rPr sz="1300" dirty="0">
                <a:latin typeface="Times New Roman" pitchFamily="18" charset="0"/>
                <a:cs typeface="Times New Roman" pitchFamily="18" charset="0"/>
              </a:rPr>
              <a:t>more</a:t>
            </a:r>
            <a:r>
              <a:rPr sz="1300" spc="-39" dirty="0">
                <a:latin typeface="Times New Roman" pitchFamily="18" charset="0"/>
                <a:cs typeface="Times New Roman" pitchFamily="18" charset="0"/>
              </a:rPr>
              <a:t> </a:t>
            </a:r>
            <a:r>
              <a:rPr sz="1300" dirty="0">
                <a:latin typeface="Times New Roman" pitchFamily="18" charset="0"/>
                <a:cs typeface="Times New Roman" pitchFamily="18" charset="0"/>
              </a:rPr>
              <a:t>visually</a:t>
            </a:r>
            <a:r>
              <a:rPr sz="1300" spc="-35" dirty="0">
                <a:latin typeface="Times New Roman" pitchFamily="18" charset="0"/>
                <a:cs typeface="Times New Roman" pitchFamily="18" charset="0"/>
              </a:rPr>
              <a:t> </a:t>
            </a:r>
            <a:r>
              <a:rPr sz="1300" dirty="0">
                <a:latin typeface="Times New Roman" pitchFamily="18" charset="0"/>
                <a:cs typeface="Times New Roman" pitchFamily="18" charset="0"/>
              </a:rPr>
              <a:t>appealing</a:t>
            </a:r>
            <a:r>
              <a:rPr sz="1300" spc="-35" dirty="0">
                <a:latin typeface="Times New Roman" pitchFamily="18" charset="0"/>
                <a:cs typeface="Times New Roman" pitchFamily="18" charset="0"/>
              </a:rPr>
              <a:t> </a:t>
            </a:r>
            <a:r>
              <a:rPr sz="1300" dirty="0">
                <a:latin typeface="Times New Roman" pitchFamily="18" charset="0"/>
                <a:cs typeface="Times New Roman" pitchFamily="18" charset="0"/>
              </a:rPr>
              <a:t>and</a:t>
            </a:r>
            <a:r>
              <a:rPr sz="1300" spc="-27" dirty="0">
                <a:latin typeface="Times New Roman" pitchFamily="18" charset="0"/>
                <a:cs typeface="Times New Roman" pitchFamily="18" charset="0"/>
              </a:rPr>
              <a:t> </a:t>
            </a:r>
            <a:r>
              <a:rPr sz="1300" dirty="0">
                <a:latin typeface="Times New Roman" pitchFamily="18" charset="0"/>
                <a:cs typeface="Times New Roman" pitchFamily="18" charset="0"/>
              </a:rPr>
              <a:t>interactive</a:t>
            </a:r>
            <a:r>
              <a:rPr sz="1300" spc="-39" dirty="0">
                <a:latin typeface="Times New Roman" pitchFamily="18" charset="0"/>
                <a:cs typeface="Times New Roman" pitchFamily="18" charset="0"/>
              </a:rPr>
              <a:t> </a:t>
            </a:r>
            <a:r>
              <a:rPr sz="1300" spc="-8" dirty="0">
                <a:latin typeface="Times New Roman" pitchFamily="18" charset="0"/>
                <a:cs typeface="Times New Roman" pitchFamily="18" charset="0"/>
              </a:rPr>
              <a:t>websites.</a:t>
            </a:r>
            <a:endParaRPr sz="1300">
              <a:latin typeface="Times New Roman" pitchFamily="18" charset="0"/>
              <a:cs typeface="Times New Roman" pitchFamily="18" charset="0"/>
            </a:endParaRPr>
          </a:p>
          <a:p>
            <a:pPr marL="367744" marR="5963" indent="-178902" algn="just">
              <a:lnSpc>
                <a:spcPts val="2160"/>
              </a:lnSpc>
              <a:spcBef>
                <a:spcPts val="179"/>
              </a:spcBef>
              <a:buFont typeface="Times New Roman"/>
              <a:buAutoNum type="arabicPeriod" startAt="5"/>
              <a:tabLst>
                <a:tab pos="367744" algn="l"/>
              </a:tabLst>
            </a:pPr>
            <a:r>
              <a:rPr sz="1300" b="1" dirty="0">
                <a:latin typeface="Times New Roman" pitchFamily="18" charset="0"/>
                <a:cs typeface="Times New Roman" pitchFamily="18" charset="0"/>
              </a:rPr>
              <a:t>Accessibility</a:t>
            </a:r>
            <a:r>
              <a:rPr sz="1300" dirty="0">
                <a:latin typeface="Times New Roman" pitchFamily="18" charset="0"/>
                <a:cs typeface="Times New Roman" pitchFamily="18" charset="0"/>
              </a:rPr>
              <a:t>:</a:t>
            </a:r>
            <a:r>
              <a:rPr sz="1300" spc="250" dirty="0">
                <a:latin typeface="Times New Roman" pitchFamily="18" charset="0"/>
                <a:cs typeface="Times New Roman" pitchFamily="18" charset="0"/>
              </a:rPr>
              <a:t> </a:t>
            </a:r>
            <a:r>
              <a:rPr sz="1300" dirty="0">
                <a:latin typeface="Times New Roman" pitchFamily="18" charset="0"/>
                <a:cs typeface="Times New Roman" pitchFamily="18" charset="0"/>
              </a:rPr>
              <a:t>CSS</a:t>
            </a:r>
            <a:r>
              <a:rPr sz="1300" spc="247" dirty="0">
                <a:latin typeface="Times New Roman" pitchFamily="18" charset="0"/>
                <a:cs typeface="Times New Roman" pitchFamily="18" charset="0"/>
              </a:rPr>
              <a:t> </a:t>
            </a:r>
            <a:r>
              <a:rPr sz="1300" dirty="0">
                <a:latin typeface="Times New Roman" pitchFamily="18" charset="0"/>
                <a:cs typeface="Times New Roman" pitchFamily="18" charset="0"/>
              </a:rPr>
              <a:t>aids</a:t>
            </a:r>
            <a:r>
              <a:rPr sz="1300" spc="247" dirty="0">
                <a:latin typeface="Times New Roman" pitchFamily="18" charset="0"/>
                <a:cs typeface="Times New Roman" pitchFamily="18" charset="0"/>
              </a:rPr>
              <a:t> </a:t>
            </a:r>
            <a:r>
              <a:rPr sz="1300" dirty="0">
                <a:latin typeface="Times New Roman" pitchFamily="18" charset="0"/>
                <a:cs typeface="Times New Roman" pitchFamily="18" charset="0"/>
              </a:rPr>
              <a:t>in</a:t>
            </a:r>
            <a:r>
              <a:rPr sz="1300" spc="254" dirty="0">
                <a:latin typeface="Times New Roman" pitchFamily="18" charset="0"/>
                <a:cs typeface="Times New Roman" pitchFamily="18" charset="0"/>
              </a:rPr>
              <a:t> </a:t>
            </a:r>
            <a:r>
              <a:rPr sz="1300" dirty="0">
                <a:latin typeface="Times New Roman" pitchFamily="18" charset="0"/>
                <a:cs typeface="Times New Roman" pitchFamily="18" charset="0"/>
              </a:rPr>
              <a:t>making</a:t>
            </a:r>
            <a:r>
              <a:rPr sz="1300" spc="247" dirty="0">
                <a:latin typeface="Times New Roman" pitchFamily="18" charset="0"/>
                <a:cs typeface="Times New Roman" pitchFamily="18" charset="0"/>
              </a:rPr>
              <a:t> </a:t>
            </a:r>
            <a:r>
              <a:rPr sz="1300" dirty="0">
                <a:latin typeface="Times New Roman" pitchFamily="18" charset="0"/>
                <a:cs typeface="Times New Roman" pitchFamily="18" charset="0"/>
              </a:rPr>
              <a:t>websites</a:t>
            </a:r>
            <a:r>
              <a:rPr sz="1300" spc="258" dirty="0">
                <a:latin typeface="Times New Roman" pitchFamily="18" charset="0"/>
                <a:cs typeface="Times New Roman" pitchFamily="18" charset="0"/>
              </a:rPr>
              <a:t> </a:t>
            </a:r>
            <a:r>
              <a:rPr sz="1300" dirty="0">
                <a:latin typeface="Times New Roman" pitchFamily="18" charset="0"/>
                <a:cs typeface="Times New Roman" pitchFamily="18" charset="0"/>
              </a:rPr>
              <a:t>more</a:t>
            </a:r>
            <a:r>
              <a:rPr sz="1300" spc="250" dirty="0">
                <a:latin typeface="Times New Roman" pitchFamily="18" charset="0"/>
                <a:cs typeface="Times New Roman" pitchFamily="18" charset="0"/>
              </a:rPr>
              <a:t> </a:t>
            </a:r>
            <a:r>
              <a:rPr sz="1300" dirty="0">
                <a:latin typeface="Times New Roman" pitchFamily="18" charset="0"/>
                <a:cs typeface="Times New Roman" pitchFamily="18" charset="0"/>
              </a:rPr>
              <a:t>accessible.</a:t>
            </a:r>
            <a:r>
              <a:rPr sz="1300" spc="243" dirty="0">
                <a:latin typeface="Times New Roman" pitchFamily="18" charset="0"/>
                <a:cs typeface="Times New Roman" pitchFamily="18" charset="0"/>
              </a:rPr>
              <a:t> </a:t>
            </a:r>
            <a:r>
              <a:rPr sz="1300" dirty="0">
                <a:latin typeface="Times New Roman" pitchFamily="18" charset="0"/>
                <a:cs typeface="Times New Roman" pitchFamily="18" charset="0"/>
              </a:rPr>
              <a:t>By</a:t>
            </a:r>
            <a:r>
              <a:rPr sz="1300" spc="250" dirty="0">
                <a:latin typeface="Times New Roman" pitchFamily="18" charset="0"/>
                <a:cs typeface="Times New Roman" pitchFamily="18" charset="0"/>
              </a:rPr>
              <a:t> </a:t>
            </a:r>
            <a:r>
              <a:rPr sz="1300" dirty="0">
                <a:latin typeface="Times New Roman" pitchFamily="18" charset="0"/>
                <a:cs typeface="Times New Roman" pitchFamily="18" charset="0"/>
              </a:rPr>
              <a:t>separating</a:t>
            </a:r>
            <a:r>
              <a:rPr sz="1300" spc="250" dirty="0">
                <a:latin typeface="Times New Roman" pitchFamily="18" charset="0"/>
                <a:cs typeface="Times New Roman" pitchFamily="18" charset="0"/>
              </a:rPr>
              <a:t> </a:t>
            </a:r>
            <a:r>
              <a:rPr sz="1300" dirty="0">
                <a:latin typeface="Times New Roman" pitchFamily="18" charset="0"/>
                <a:cs typeface="Times New Roman" pitchFamily="18" charset="0"/>
              </a:rPr>
              <a:t>the</a:t>
            </a:r>
            <a:r>
              <a:rPr sz="1300" spc="243" dirty="0">
                <a:latin typeface="Times New Roman" pitchFamily="18" charset="0"/>
                <a:cs typeface="Times New Roman" pitchFamily="18" charset="0"/>
              </a:rPr>
              <a:t> </a:t>
            </a:r>
            <a:r>
              <a:rPr sz="1300" dirty="0">
                <a:latin typeface="Times New Roman" pitchFamily="18" charset="0"/>
                <a:cs typeface="Times New Roman" pitchFamily="18" charset="0"/>
              </a:rPr>
              <a:t>content</a:t>
            </a:r>
            <a:r>
              <a:rPr sz="1300" spc="243" dirty="0">
                <a:latin typeface="Times New Roman" pitchFamily="18" charset="0"/>
                <a:cs typeface="Times New Roman" pitchFamily="18" charset="0"/>
              </a:rPr>
              <a:t> </a:t>
            </a:r>
            <a:r>
              <a:rPr sz="1300" dirty="0">
                <a:latin typeface="Times New Roman" pitchFamily="18" charset="0"/>
                <a:cs typeface="Times New Roman" pitchFamily="18" charset="0"/>
              </a:rPr>
              <a:t>from</a:t>
            </a:r>
            <a:r>
              <a:rPr sz="1300" spc="243" dirty="0">
                <a:latin typeface="Times New Roman" pitchFamily="18" charset="0"/>
                <a:cs typeface="Times New Roman" pitchFamily="18" charset="0"/>
              </a:rPr>
              <a:t> </a:t>
            </a:r>
            <a:r>
              <a:rPr sz="1300" spc="-20" dirty="0">
                <a:latin typeface="Times New Roman" pitchFamily="18" charset="0"/>
                <a:cs typeface="Times New Roman" pitchFamily="18" charset="0"/>
              </a:rPr>
              <a:t>the </a:t>
            </a:r>
            <a:r>
              <a:rPr sz="1300" dirty="0">
                <a:latin typeface="Times New Roman" pitchFamily="18" charset="0"/>
                <a:cs typeface="Times New Roman" pitchFamily="18" charset="0"/>
              </a:rPr>
              <a:t>design,</a:t>
            </a:r>
            <a:r>
              <a:rPr sz="1300" spc="293" dirty="0">
                <a:latin typeface="Times New Roman" pitchFamily="18" charset="0"/>
                <a:cs typeface="Times New Roman" pitchFamily="18" charset="0"/>
              </a:rPr>
              <a:t> </a:t>
            </a:r>
            <a:r>
              <a:rPr sz="1300" dirty="0">
                <a:latin typeface="Times New Roman" pitchFamily="18" charset="0"/>
                <a:cs typeface="Times New Roman" pitchFamily="18" charset="0"/>
              </a:rPr>
              <a:t>developers</a:t>
            </a:r>
            <a:r>
              <a:rPr sz="1300" spc="301" dirty="0">
                <a:latin typeface="Times New Roman" pitchFamily="18" charset="0"/>
                <a:cs typeface="Times New Roman" pitchFamily="18" charset="0"/>
              </a:rPr>
              <a:t> </a:t>
            </a:r>
            <a:r>
              <a:rPr sz="1300" dirty="0">
                <a:latin typeface="Times New Roman" pitchFamily="18" charset="0"/>
                <a:cs typeface="Times New Roman" pitchFamily="18" charset="0"/>
              </a:rPr>
              <a:t>can</a:t>
            </a:r>
            <a:r>
              <a:rPr sz="1300" spc="305" dirty="0">
                <a:latin typeface="Times New Roman" pitchFamily="18" charset="0"/>
                <a:cs typeface="Times New Roman" pitchFamily="18" charset="0"/>
              </a:rPr>
              <a:t> </a:t>
            </a:r>
            <a:r>
              <a:rPr sz="1300" dirty="0">
                <a:latin typeface="Times New Roman" pitchFamily="18" charset="0"/>
                <a:cs typeface="Times New Roman" pitchFamily="18" charset="0"/>
              </a:rPr>
              <a:t>ensure</a:t>
            </a:r>
            <a:r>
              <a:rPr sz="1300" spc="297" dirty="0">
                <a:latin typeface="Times New Roman" pitchFamily="18" charset="0"/>
                <a:cs typeface="Times New Roman" pitchFamily="18" charset="0"/>
              </a:rPr>
              <a:t> </a:t>
            </a:r>
            <a:r>
              <a:rPr sz="1300" dirty="0">
                <a:latin typeface="Times New Roman" pitchFamily="18" charset="0"/>
                <a:cs typeface="Times New Roman" pitchFamily="18" charset="0"/>
              </a:rPr>
              <a:t>that</a:t>
            </a:r>
            <a:r>
              <a:rPr sz="1300" spc="301" dirty="0">
                <a:latin typeface="Times New Roman" pitchFamily="18" charset="0"/>
                <a:cs typeface="Times New Roman" pitchFamily="18" charset="0"/>
              </a:rPr>
              <a:t> </a:t>
            </a:r>
            <a:r>
              <a:rPr sz="1300" dirty="0">
                <a:latin typeface="Times New Roman" pitchFamily="18" charset="0"/>
                <a:cs typeface="Times New Roman" pitchFamily="18" charset="0"/>
              </a:rPr>
              <a:t>screen</a:t>
            </a:r>
            <a:r>
              <a:rPr sz="1300" spc="301" dirty="0">
                <a:latin typeface="Times New Roman" pitchFamily="18" charset="0"/>
                <a:cs typeface="Times New Roman" pitchFamily="18" charset="0"/>
              </a:rPr>
              <a:t> </a:t>
            </a:r>
            <a:r>
              <a:rPr sz="1300" dirty="0">
                <a:latin typeface="Times New Roman" pitchFamily="18" charset="0"/>
                <a:cs typeface="Times New Roman" pitchFamily="18" charset="0"/>
              </a:rPr>
              <a:t>readers</a:t>
            </a:r>
            <a:r>
              <a:rPr sz="1300" spc="301" dirty="0">
                <a:latin typeface="Times New Roman" pitchFamily="18" charset="0"/>
                <a:cs typeface="Times New Roman" pitchFamily="18" charset="0"/>
              </a:rPr>
              <a:t> </a:t>
            </a:r>
            <a:r>
              <a:rPr sz="1300" dirty="0">
                <a:latin typeface="Times New Roman" pitchFamily="18" charset="0"/>
                <a:cs typeface="Times New Roman" pitchFamily="18" charset="0"/>
              </a:rPr>
              <a:t>and</a:t>
            </a:r>
            <a:r>
              <a:rPr sz="1300" spc="301" dirty="0">
                <a:latin typeface="Times New Roman" pitchFamily="18" charset="0"/>
                <a:cs typeface="Times New Roman" pitchFamily="18" charset="0"/>
              </a:rPr>
              <a:t> </a:t>
            </a:r>
            <a:r>
              <a:rPr sz="1300" dirty="0">
                <a:latin typeface="Times New Roman" pitchFamily="18" charset="0"/>
                <a:cs typeface="Times New Roman" pitchFamily="18" charset="0"/>
              </a:rPr>
              <a:t>other</a:t>
            </a:r>
            <a:r>
              <a:rPr sz="1300" spc="297" dirty="0">
                <a:latin typeface="Times New Roman" pitchFamily="18" charset="0"/>
                <a:cs typeface="Times New Roman" pitchFamily="18" charset="0"/>
              </a:rPr>
              <a:t> </a:t>
            </a:r>
            <a:r>
              <a:rPr sz="1300" dirty="0">
                <a:latin typeface="Times New Roman" pitchFamily="18" charset="0"/>
                <a:cs typeface="Times New Roman" pitchFamily="18" charset="0"/>
              </a:rPr>
              <a:t>assistive</a:t>
            </a:r>
            <a:r>
              <a:rPr sz="1300" spc="301" dirty="0">
                <a:latin typeface="Times New Roman" pitchFamily="18" charset="0"/>
                <a:cs typeface="Times New Roman" pitchFamily="18" charset="0"/>
              </a:rPr>
              <a:t> </a:t>
            </a:r>
            <a:r>
              <a:rPr sz="1300" dirty="0">
                <a:latin typeface="Times New Roman" pitchFamily="18" charset="0"/>
                <a:cs typeface="Times New Roman" pitchFamily="18" charset="0"/>
              </a:rPr>
              <a:t>technologies</a:t>
            </a:r>
            <a:r>
              <a:rPr sz="1300" spc="301" dirty="0">
                <a:latin typeface="Times New Roman" pitchFamily="18" charset="0"/>
                <a:cs typeface="Times New Roman" pitchFamily="18" charset="0"/>
              </a:rPr>
              <a:t> </a:t>
            </a:r>
            <a:r>
              <a:rPr sz="1300" dirty="0">
                <a:latin typeface="Times New Roman" pitchFamily="18" charset="0"/>
                <a:cs typeface="Times New Roman" pitchFamily="18" charset="0"/>
              </a:rPr>
              <a:t>can</a:t>
            </a:r>
            <a:r>
              <a:rPr sz="1300" spc="293" dirty="0">
                <a:latin typeface="Times New Roman" pitchFamily="18" charset="0"/>
                <a:cs typeface="Times New Roman" pitchFamily="18" charset="0"/>
              </a:rPr>
              <a:t> </a:t>
            </a:r>
            <a:r>
              <a:rPr sz="1300" dirty="0">
                <a:latin typeface="Times New Roman" pitchFamily="18" charset="0"/>
                <a:cs typeface="Times New Roman" pitchFamily="18" charset="0"/>
              </a:rPr>
              <a:t>read</a:t>
            </a:r>
            <a:r>
              <a:rPr sz="1300" spc="301" dirty="0">
                <a:latin typeface="Times New Roman" pitchFamily="18" charset="0"/>
                <a:cs typeface="Times New Roman" pitchFamily="18" charset="0"/>
              </a:rPr>
              <a:t> </a:t>
            </a:r>
            <a:r>
              <a:rPr sz="1300" spc="-20" dirty="0">
                <a:latin typeface="Times New Roman" pitchFamily="18" charset="0"/>
                <a:cs typeface="Times New Roman" pitchFamily="18" charset="0"/>
              </a:rPr>
              <a:t>and</a:t>
            </a:r>
            <a:endParaRPr sz="1300">
              <a:latin typeface="Times New Roman" pitchFamily="18" charset="0"/>
              <a:cs typeface="Times New Roman" pitchFamily="18" charset="0"/>
            </a:endParaRPr>
          </a:p>
          <a:p>
            <a:pPr marL="367744" algn="just">
              <a:spcBef>
                <a:spcPts val="489"/>
              </a:spcBef>
            </a:pPr>
            <a:r>
              <a:rPr sz="1300" dirty="0">
                <a:latin typeface="Times New Roman" pitchFamily="18" charset="0"/>
                <a:cs typeface="Times New Roman" pitchFamily="18" charset="0"/>
              </a:rPr>
              <a:t>interpret</a:t>
            </a:r>
            <a:r>
              <a:rPr sz="1300" spc="-43" dirty="0">
                <a:latin typeface="Times New Roman" pitchFamily="18" charset="0"/>
                <a:cs typeface="Times New Roman" pitchFamily="18" charset="0"/>
              </a:rPr>
              <a:t> </a:t>
            </a:r>
            <a:r>
              <a:rPr sz="1300" dirty="0">
                <a:latin typeface="Times New Roman" pitchFamily="18" charset="0"/>
                <a:cs typeface="Times New Roman" pitchFamily="18" charset="0"/>
              </a:rPr>
              <a:t>content</a:t>
            </a:r>
            <a:r>
              <a:rPr sz="1300" spc="-35" dirty="0">
                <a:latin typeface="Times New Roman" pitchFamily="18" charset="0"/>
                <a:cs typeface="Times New Roman" pitchFamily="18" charset="0"/>
              </a:rPr>
              <a:t> </a:t>
            </a:r>
            <a:r>
              <a:rPr sz="1300" dirty="0">
                <a:latin typeface="Times New Roman" pitchFamily="18" charset="0"/>
                <a:cs typeface="Times New Roman" pitchFamily="18" charset="0"/>
              </a:rPr>
              <a:t>more</a:t>
            </a:r>
            <a:r>
              <a:rPr sz="1300" spc="-43" dirty="0">
                <a:latin typeface="Times New Roman" pitchFamily="18" charset="0"/>
                <a:cs typeface="Times New Roman" pitchFamily="18" charset="0"/>
              </a:rPr>
              <a:t> </a:t>
            </a:r>
            <a:r>
              <a:rPr sz="1300" spc="-8" dirty="0">
                <a:latin typeface="Times New Roman" pitchFamily="18" charset="0"/>
                <a:cs typeface="Times New Roman" pitchFamily="18" charset="0"/>
              </a:rPr>
              <a:t>effectively.</a:t>
            </a:r>
            <a:endParaRPr sz="1300">
              <a:latin typeface="Times New Roman" pitchFamily="18" charset="0"/>
              <a:cs typeface="Times New Roman" pitchFamily="18" charset="0"/>
            </a:endParaRPr>
          </a:p>
          <a:p>
            <a:pPr>
              <a:spcBef>
                <a:spcPts val="313"/>
              </a:spcBef>
            </a:pPr>
            <a:endParaRPr sz="1300">
              <a:latin typeface="Times New Roman" pitchFamily="18" charset="0"/>
              <a:cs typeface="Times New Roman" pitchFamily="18" charset="0"/>
            </a:endParaRPr>
          </a:p>
          <a:p>
            <a:pPr marL="9939"/>
            <a:r>
              <a:rPr sz="1300" b="1" u="sng" dirty="0">
                <a:uFill>
                  <a:solidFill>
                    <a:srgbClr val="000000"/>
                  </a:solidFill>
                </a:uFill>
                <a:latin typeface="Times New Roman" pitchFamily="18" charset="0"/>
                <a:cs typeface="Times New Roman" pitchFamily="18" charset="0"/>
              </a:rPr>
              <a:t>CSS</a:t>
            </a:r>
            <a:r>
              <a:rPr sz="1300" b="1" u="sng" spc="-4" dirty="0">
                <a:uFill>
                  <a:solidFill>
                    <a:srgbClr val="000000"/>
                  </a:solidFill>
                </a:uFill>
                <a:latin typeface="Times New Roman" pitchFamily="18" charset="0"/>
                <a:cs typeface="Times New Roman" pitchFamily="18" charset="0"/>
              </a:rPr>
              <a:t> </a:t>
            </a:r>
            <a:r>
              <a:rPr sz="1300" b="1" u="sng" spc="-8" dirty="0">
                <a:uFill>
                  <a:solidFill>
                    <a:srgbClr val="000000"/>
                  </a:solidFill>
                </a:uFill>
                <a:latin typeface="Times New Roman" pitchFamily="18" charset="0"/>
                <a:cs typeface="Times New Roman" pitchFamily="18" charset="0"/>
              </a:rPr>
              <a:t>Syntax:</a:t>
            </a:r>
            <a:endParaRPr sz="1300">
              <a:latin typeface="Times New Roman" pitchFamily="18" charset="0"/>
              <a:cs typeface="Times New Roman" pitchFamily="18" charset="0"/>
            </a:endParaRPr>
          </a:p>
          <a:p>
            <a:pPr>
              <a:spcBef>
                <a:spcPts val="309"/>
              </a:spcBef>
            </a:pPr>
            <a:endParaRPr sz="1300">
              <a:latin typeface="Times New Roman" pitchFamily="18" charset="0"/>
              <a:cs typeface="Times New Roman" pitchFamily="18" charset="0"/>
            </a:endParaRPr>
          </a:p>
          <a:p>
            <a:pPr marL="367247" lvl="1" indent="-178405">
              <a:buFont typeface="Wingdings"/>
              <a:buChar char=""/>
              <a:tabLst>
                <a:tab pos="367247" algn="l"/>
              </a:tabLst>
            </a:pPr>
            <a:r>
              <a:rPr sz="1300" dirty="0">
                <a:latin typeface="Times New Roman" pitchFamily="18" charset="0"/>
                <a:cs typeface="Times New Roman" pitchFamily="18" charset="0"/>
              </a:rPr>
              <a:t>Following</a:t>
            </a:r>
            <a:r>
              <a:rPr sz="1300" spc="-31" dirty="0">
                <a:latin typeface="Times New Roman" pitchFamily="18" charset="0"/>
                <a:cs typeface="Times New Roman" pitchFamily="18" charset="0"/>
              </a:rPr>
              <a:t> </a:t>
            </a:r>
            <a:r>
              <a:rPr sz="1300" dirty="0">
                <a:latin typeface="Times New Roman" pitchFamily="18" charset="0"/>
                <a:cs typeface="Times New Roman" pitchFamily="18" charset="0"/>
              </a:rPr>
              <a:t>is</a:t>
            </a:r>
            <a:r>
              <a:rPr sz="1300" spc="-27" dirty="0">
                <a:latin typeface="Times New Roman" pitchFamily="18" charset="0"/>
                <a:cs typeface="Times New Roman" pitchFamily="18" charset="0"/>
              </a:rPr>
              <a:t> </a:t>
            </a:r>
            <a:r>
              <a:rPr sz="1300" dirty="0">
                <a:latin typeface="Times New Roman" pitchFamily="18" charset="0"/>
                <a:cs typeface="Times New Roman" pitchFamily="18" charset="0"/>
              </a:rPr>
              <a:t>the</a:t>
            </a:r>
            <a:r>
              <a:rPr sz="1300" spc="-31" dirty="0">
                <a:latin typeface="Times New Roman" pitchFamily="18" charset="0"/>
                <a:cs typeface="Times New Roman" pitchFamily="18" charset="0"/>
              </a:rPr>
              <a:t> </a:t>
            </a:r>
            <a:r>
              <a:rPr sz="1300" dirty="0">
                <a:latin typeface="Times New Roman" pitchFamily="18" charset="0"/>
                <a:cs typeface="Times New Roman" pitchFamily="18" charset="0"/>
              </a:rPr>
              <a:t>syntax</a:t>
            </a:r>
            <a:r>
              <a:rPr sz="1300" spc="-27" dirty="0">
                <a:latin typeface="Times New Roman" pitchFamily="18" charset="0"/>
                <a:cs typeface="Times New Roman" pitchFamily="18" charset="0"/>
              </a:rPr>
              <a:t> </a:t>
            </a:r>
            <a:r>
              <a:rPr sz="1300" dirty="0">
                <a:latin typeface="Times New Roman" pitchFamily="18" charset="0"/>
                <a:cs typeface="Times New Roman" pitchFamily="18" charset="0"/>
              </a:rPr>
              <a:t>of</a:t>
            </a:r>
            <a:r>
              <a:rPr sz="1300" spc="-31" dirty="0">
                <a:latin typeface="Times New Roman" pitchFamily="18" charset="0"/>
                <a:cs typeface="Times New Roman" pitchFamily="18" charset="0"/>
              </a:rPr>
              <a:t> </a:t>
            </a:r>
            <a:r>
              <a:rPr sz="1300" dirty="0">
                <a:latin typeface="Times New Roman" pitchFamily="18" charset="0"/>
                <a:cs typeface="Times New Roman" pitchFamily="18" charset="0"/>
              </a:rPr>
              <a:t>styling</a:t>
            </a:r>
            <a:r>
              <a:rPr sz="1300" spc="-27" dirty="0">
                <a:latin typeface="Times New Roman" pitchFamily="18" charset="0"/>
                <a:cs typeface="Times New Roman" pitchFamily="18" charset="0"/>
              </a:rPr>
              <a:t> </a:t>
            </a:r>
            <a:r>
              <a:rPr sz="1300" dirty="0">
                <a:latin typeface="Times New Roman" pitchFamily="18" charset="0"/>
                <a:cs typeface="Times New Roman" pitchFamily="18" charset="0"/>
              </a:rPr>
              <a:t>using</a:t>
            </a:r>
            <a:r>
              <a:rPr sz="1300" spc="-27" dirty="0">
                <a:latin typeface="Times New Roman" pitchFamily="18" charset="0"/>
                <a:cs typeface="Times New Roman" pitchFamily="18" charset="0"/>
              </a:rPr>
              <a:t> </a:t>
            </a:r>
            <a:r>
              <a:rPr sz="1300" spc="-16" dirty="0">
                <a:latin typeface="Times New Roman" pitchFamily="18" charset="0"/>
                <a:cs typeface="Times New Roman" pitchFamily="18" charset="0"/>
              </a:rPr>
              <a:t>CSS.</a:t>
            </a:r>
            <a:endParaRPr sz="1300">
              <a:latin typeface="Times New Roman" pitchFamily="18" charset="0"/>
              <a:cs typeface="Times New Roman" pitchFamily="18" charset="0"/>
            </a:endParaRPr>
          </a:p>
        </p:txBody>
      </p:sp>
      <p:sp>
        <p:nvSpPr>
          <p:cNvPr id="4" name="object 4"/>
          <p:cNvSpPr txBox="1"/>
          <p:nvPr/>
        </p:nvSpPr>
        <p:spPr>
          <a:xfrm>
            <a:off x="1071538" y="3455182"/>
            <a:ext cx="2709534" cy="973956"/>
          </a:xfrm>
          <a:prstGeom prst="rect">
            <a:avLst/>
          </a:prstGeom>
          <a:solidFill>
            <a:srgbClr val="000000"/>
          </a:solidFill>
        </p:spPr>
        <p:txBody>
          <a:bodyPr vert="horz" wrap="square" lIns="0" tIns="29817" rIns="0" bIns="0" rtlCol="0">
            <a:spAutoFit/>
          </a:bodyPr>
          <a:lstStyle/>
          <a:p>
            <a:pPr>
              <a:spcBef>
                <a:spcPts val="235"/>
              </a:spcBef>
            </a:pPr>
            <a:endParaRPr sz="1300">
              <a:latin typeface="Times New Roman"/>
              <a:cs typeface="Times New Roman"/>
            </a:endParaRPr>
          </a:p>
          <a:p>
            <a:pPr marL="434335">
              <a:lnSpc>
                <a:spcPts val="1475"/>
              </a:lnSpc>
            </a:pPr>
            <a:r>
              <a:rPr sz="1300" spc="-8" dirty="0">
                <a:solidFill>
                  <a:srgbClr val="FFFFFF"/>
                </a:solidFill>
                <a:latin typeface="Times New Roman"/>
                <a:cs typeface="Times New Roman"/>
              </a:rPr>
              <a:t>selector</a:t>
            </a:r>
            <a:endParaRPr sz="1300">
              <a:latin typeface="Times New Roman"/>
              <a:cs typeface="Times New Roman"/>
            </a:endParaRPr>
          </a:p>
          <a:p>
            <a:pPr marL="570003">
              <a:lnSpc>
                <a:spcPts val="1439"/>
              </a:lnSpc>
            </a:pPr>
            <a:r>
              <a:rPr sz="1300" spc="-39" dirty="0">
                <a:solidFill>
                  <a:srgbClr val="FFFFFF"/>
                </a:solidFill>
                <a:latin typeface="Times New Roman"/>
                <a:cs typeface="Times New Roman"/>
              </a:rPr>
              <a:t>{</a:t>
            </a:r>
            <a:endParaRPr sz="1300">
              <a:latin typeface="Times New Roman"/>
              <a:cs typeface="Times New Roman"/>
            </a:endParaRPr>
          </a:p>
          <a:p>
            <a:pPr marL="729026">
              <a:lnSpc>
                <a:spcPts val="1436"/>
              </a:lnSpc>
            </a:pPr>
            <a:r>
              <a:rPr sz="1300" b="1" dirty="0">
                <a:solidFill>
                  <a:srgbClr val="FFFF00"/>
                </a:solidFill>
                <a:latin typeface="Times New Roman"/>
                <a:cs typeface="Times New Roman"/>
              </a:rPr>
              <a:t>property</a:t>
            </a:r>
            <a:r>
              <a:rPr sz="1300" dirty="0">
                <a:solidFill>
                  <a:srgbClr val="FFFFFF"/>
                </a:solidFill>
                <a:latin typeface="Times New Roman"/>
                <a:cs typeface="Times New Roman"/>
              </a:rPr>
              <a:t>:</a:t>
            </a:r>
            <a:r>
              <a:rPr sz="1300" spc="-59" dirty="0">
                <a:solidFill>
                  <a:srgbClr val="FFFFFF"/>
                </a:solidFill>
                <a:latin typeface="Times New Roman"/>
                <a:cs typeface="Times New Roman"/>
              </a:rPr>
              <a:t> </a:t>
            </a:r>
            <a:r>
              <a:rPr sz="1300" b="1" spc="-8" dirty="0">
                <a:solidFill>
                  <a:srgbClr val="FF3399"/>
                </a:solidFill>
                <a:latin typeface="Times New Roman"/>
                <a:cs typeface="Times New Roman"/>
              </a:rPr>
              <a:t>value;</a:t>
            </a:r>
            <a:endParaRPr sz="1300">
              <a:latin typeface="Times New Roman"/>
              <a:cs typeface="Times New Roman"/>
            </a:endParaRPr>
          </a:p>
          <a:p>
            <a:pPr marL="570003">
              <a:lnSpc>
                <a:spcPts val="1471"/>
              </a:lnSpc>
            </a:pPr>
            <a:r>
              <a:rPr sz="1300" spc="-39" dirty="0">
                <a:solidFill>
                  <a:srgbClr val="FFFFFF"/>
                </a:solidFill>
                <a:latin typeface="Times New Roman"/>
                <a:cs typeface="Times New Roman"/>
              </a:rPr>
              <a:t>}</a:t>
            </a:r>
            <a:endParaRPr sz="1300">
              <a:latin typeface="Times New Roman"/>
              <a:cs typeface="Times New Roman"/>
            </a:endParaRPr>
          </a:p>
        </p:txBody>
      </p:sp>
      <p:sp>
        <p:nvSpPr>
          <p:cNvPr id="6" name="object 6"/>
          <p:cNvSpPr txBox="1"/>
          <p:nvPr/>
        </p:nvSpPr>
        <p:spPr>
          <a:xfrm>
            <a:off x="4610552" y="3138385"/>
            <a:ext cx="3589183" cy="1933695"/>
          </a:xfrm>
          <a:prstGeom prst="rect">
            <a:avLst/>
          </a:prstGeom>
          <a:solidFill>
            <a:srgbClr val="000000"/>
          </a:solidFill>
        </p:spPr>
        <p:txBody>
          <a:bodyPr vert="horz" wrap="square" lIns="0" tIns="30314" rIns="0" bIns="0" rtlCol="0">
            <a:spAutoFit/>
          </a:bodyPr>
          <a:lstStyle/>
          <a:p>
            <a:pPr marL="570500">
              <a:spcBef>
                <a:spcPts val="239"/>
              </a:spcBef>
            </a:pPr>
            <a:r>
              <a:rPr sz="1300" spc="-8" dirty="0">
                <a:solidFill>
                  <a:srgbClr val="FFFFFF"/>
                </a:solidFill>
                <a:latin typeface="Times New Roman"/>
                <a:cs typeface="Times New Roman"/>
              </a:rPr>
              <a:t>style1</a:t>
            </a:r>
            <a:endParaRPr sz="1300">
              <a:latin typeface="Times New Roman"/>
              <a:cs typeface="Times New Roman"/>
            </a:endParaRPr>
          </a:p>
          <a:p>
            <a:pPr marL="570500">
              <a:spcBef>
                <a:spcPts val="1033"/>
              </a:spcBef>
            </a:pPr>
            <a:r>
              <a:rPr sz="1300" spc="-39" dirty="0">
                <a:solidFill>
                  <a:srgbClr val="FFFFFF"/>
                </a:solidFill>
                <a:latin typeface="Times New Roman"/>
                <a:cs typeface="Times New Roman"/>
              </a:rPr>
              <a:t>{</a:t>
            </a:r>
            <a:endParaRPr sz="1300">
              <a:latin typeface="Times New Roman"/>
              <a:cs typeface="Times New Roman"/>
            </a:endParaRPr>
          </a:p>
          <a:p>
            <a:pPr marL="649514" marR="1582789">
              <a:lnSpc>
                <a:spcPts val="2536"/>
              </a:lnSpc>
              <a:spcBef>
                <a:spcPts val="254"/>
              </a:spcBef>
            </a:pPr>
            <a:r>
              <a:rPr sz="1300" b="1" dirty="0">
                <a:solidFill>
                  <a:srgbClr val="FFFF00"/>
                </a:solidFill>
                <a:latin typeface="Times New Roman"/>
                <a:cs typeface="Times New Roman"/>
              </a:rPr>
              <a:t>color:</a:t>
            </a:r>
            <a:r>
              <a:rPr sz="1300" b="1" spc="-39" dirty="0">
                <a:solidFill>
                  <a:srgbClr val="FFFF00"/>
                </a:solidFill>
                <a:latin typeface="Times New Roman"/>
                <a:cs typeface="Times New Roman"/>
              </a:rPr>
              <a:t> </a:t>
            </a:r>
            <a:r>
              <a:rPr sz="1300" b="1" spc="-8" dirty="0">
                <a:solidFill>
                  <a:srgbClr val="FF3399"/>
                </a:solidFill>
                <a:latin typeface="Times New Roman"/>
                <a:cs typeface="Times New Roman"/>
              </a:rPr>
              <a:t>blue; </a:t>
            </a:r>
            <a:r>
              <a:rPr sz="1300" b="1" spc="-8" dirty="0">
                <a:solidFill>
                  <a:srgbClr val="FFFF00"/>
                </a:solidFill>
                <a:latin typeface="Times New Roman"/>
                <a:cs typeface="Times New Roman"/>
              </a:rPr>
              <a:t>font-</a:t>
            </a:r>
            <a:r>
              <a:rPr sz="1300" b="1" dirty="0">
                <a:solidFill>
                  <a:srgbClr val="FFFF00"/>
                </a:solidFill>
                <a:latin typeface="Times New Roman"/>
                <a:cs typeface="Times New Roman"/>
              </a:rPr>
              <a:t>size:</a:t>
            </a:r>
            <a:r>
              <a:rPr sz="1300" b="1" spc="-8" dirty="0">
                <a:solidFill>
                  <a:srgbClr val="FFFF00"/>
                </a:solidFill>
                <a:latin typeface="Times New Roman"/>
                <a:cs typeface="Times New Roman"/>
              </a:rPr>
              <a:t> </a:t>
            </a:r>
            <a:r>
              <a:rPr sz="1300" b="1" spc="-16" dirty="0">
                <a:solidFill>
                  <a:srgbClr val="FF3399"/>
                </a:solidFill>
                <a:latin typeface="Times New Roman"/>
                <a:cs typeface="Times New Roman"/>
              </a:rPr>
              <a:t>16px;</a:t>
            </a:r>
            <a:endParaRPr sz="1300">
              <a:latin typeface="Times New Roman"/>
              <a:cs typeface="Times New Roman"/>
            </a:endParaRPr>
          </a:p>
          <a:p>
            <a:pPr marL="649514">
              <a:spcBef>
                <a:spcPts val="778"/>
              </a:spcBef>
            </a:pPr>
            <a:r>
              <a:rPr sz="1300" b="1" spc="-8" dirty="0">
                <a:solidFill>
                  <a:srgbClr val="FFFF00"/>
                </a:solidFill>
                <a:latin typeface="Times New Roman"/>
                <a:cs typeface="Times New Roman"/>
              </a:rPr>
              <a:t>background-</a:t>
            </a:r>
            <a:r>
              <a:rPr sz="1300" b="1" dirty="0">
                <a:solidFill>
                  <a:srgbClr val="FFFF00"/>
                </a:solidFill>
                <a:latin typeface="Times New Roman"/>
                <a:cs typeface="Times New Roman"/>
              </a:rPr>
              <a:t>color: </a:t>
            </a:r>
            <a:r>
              <a:rPr sz="1300" b="1" spc="-8" dirty="0">
                <a:solidFill>
                  <a:srgbClr val="FF3399"/>
                </a:solidFill>
                <a:latin typeface="Times New Roman"/>
                <a:cs typeface="Times New Roman"/>
              </a:rPr>
              <a:t>lightgray;</a:t>
            </a:r>
            <a:endParaRPr sz="1300">
              <a:latin typeface="Times New Roman"/>
              <a:cs typeface="Times New Roman"/>
            </a:endParaRPr>
          </a:p>
          <a:p>
            <a:pPr marL="570500">
              <a:spcBef>
                <a:spcPts val="1033"/>
              </a:spcBef>
            </a:pPr>
            <a:r>
              <a:rPr sz="1300" spc="-39" dirty="0">
                <a:solidFill>
                  <a:srgbClr val="FFFFFF"/>
                </a:solidFill>
                <a:latin typeface="Times New Roman"/>
                <a:cs typeface="Times New Roman"/>
              </a:rPr>
              <a:t>}</a:t>
            </a:r>
            <a:endParaRPr sz="1300">
              <a:latin typeface="Times New Roman"/>
              <a:cs typeface="Times New Roman"/>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1472" y="1142990"/>
            <a:ext cx="7612592" cy="1457355"/>
          </a:xfrm>
          <a:prstGeom prst="rect">
            <a:avLst/>
          </a:prstGeom>
        </p:spPr>
        <p:txBody>
          <a:bodyPr vert="horz" wrap="square" lIns="0" tIns="9939" rIns="0" bIns="0" rtlCol="0">
            <a:spAutoFit/>
          </a:bodyPr>
          <a:lstStyle/>
          <a:p>
            <a:pPr marL="188344" marR="3976" indent="-178902">
              <a:lnSpc>
                <a:spcPct val="143800"/>
              </a:lnSpc>
              <a:spcBef>
                <a:spcPts val="78"/>
              </a:spcBef>
              <a:buFont typeface="Wingdings"/>
              <a:buChar char=""/>
              <a:tabLst>
                <a:tab pos="188344" algn="l"/>
              </a:tabLst>
            </a:pPr>
            <a:r>
              <a:rPr sz="1300" b="1" dirty="0">
                <a:latin typeface="Times New Roman"/>
                <a:cs typeface="Times New Roman"/>
              </a:rPr>
              <a:t>Selector:</a:t>
            </a:r>
            <a:r>
              <a:rPr sz="1300" b="1" spc="16" dirty="0">
                <a:latin typeface="Times New Roman"/>
                <a:cs typeface="Times New Roman"/>
              </a:rPr>
              <a:t> </a:t>
            </a:r>
            <a:r>
              <a:rPr sz="1300" dirty="0">
                <a:latin typeface="Times New Roman"/>
                <a:cs typeface="Times New Roman"/>
              </a:rPr>
              <a:t>CSS</a:t>
            </a:r>
            <a:r>
              <a:rPr sz="1300" spc="20" dirty="0">
                <a:latin typeface="Times New Roman"/>
                <a:cs typeface="Times New Roman"/>
              </a:rPr>
              <a:t> </a:t>
            </a:r>
            <a:r>
              <a:rPr sz="1300" b="1" dirty="0">
                <a:latin typeface="Times New Roman"/>
                <a:cs typeface="Times New Roman"/>
              </a:rPr>
              <a:t>selectors</a:t>
            </a:r>
            <a:r>
              <a:rPr sz="1300" b="1" spc="16" dirty="0">
                <a:latin typeface="Times New Roman"/>
                <a:cs typeface="Times New Roman"/>
              </a:rPr>
              <a:t> </a:t>
            </a:r>
            <a:r>
              <a:rPr sz="1300" dirty="0">
                <a:latin typeface="Times New Roman"/>
                <a:cs typeface="Times New Roman"/>
              </a:rPr>
              <a:t>are</a:t>
            </a:r>
            <a:r>
              <a:rPr sz="1300" spc="12" dirty="0">
                <a:latin typeface="Times New Roman"/>
                <a:cs typeface="Times New Roman"/>
              </a:rPr>
              <a:t> </a:t>
            </a:r>
            <a:r>
              <a:rPr sz="1300" dirty="0">
                <a:latin typeface="Times New Roman"/>
                <a:cs typeface="Times New Roman"/>
              </a:rPr>
              <a:t>used</a:t>
            </a:r>
            <a:r>
              <a:rPr sz="1300" spc="12" dirty="0">
                <a:latin typeface="Times New Roman"/>
                <a:cs typeface="Times New Roman"/>
              </a:rPr>
              <a:t> </a:t>
            </a:r>
            <a:r>
              <a:rPr sz="1300" dirty="0">
                <a:latin typeface="Times New Roman"/>
                <a:cs typeface="Times New Roman"/>
              </a:rPr>
              <a:t>to</a:t>
            </a:r>
            <a:r>
              <a:rPr sz="1300" spc="12" dirty="0">
                <a:latin typeface="Times New Roman"/>
                <a:cs typeface="Times New Roman"/>
              </a:rPr>
              <a:t> </a:t>
            </a:r>
            <a:r>
              <a:rPr sz="1300" dirty="0">
                <a:latin typeface="Times New Roman"/>
                <a:cs typeface="Times New Roman"/>
              </a:rPr>
              <a:t>select</a:t>
            </a:r>
            <a:r>
              <a:rPr sz="1300" spc="8" dirty="0">
                <a:latin typeface="Times New Roman"/>
                <a:cs typeface="Times New Roman"/>
              </a:rPr>
              <a:t> </a:t>
            </a:r>
            <a:r>
              <a:rPr sz="1300" dirty="0">
                <a:latin typeface="Times New Roman"/>
                <a:cs typeface="Times New Roman"/>
              </a:rPr>
              <a:t>the</a:t>
            </a:r>
            <a:r>
              <a:rPr sz="1300" spc="16" dirty="0">
                <a:latin typeface="Times New Roman"/>
                <a:cs typeface="Times New Roman"/>
              </a:rPr>
              <a:t> </a:t>
            </a:r>
            <a:r>
              <a:rPr sz="1300" dirty="0">
                <a:latin typeface="Times New Roman"/>
                <a:cs typeface="Times New Roman"/>
              </a:rPr>
              <a:t>HTML</a:t>
            </a:r>
            <a:r>
              <a:rPr sz="1300" spc="12" dirty="0">
                <a:latin typeface="Times New Roman"/>
                <a:cs typeface="Times New Roman"/>
              </a:rPr>
              <a:t> </a:t>
            </a:r>
            <a:r>
              <a:rPr sz="1300" dirty="0">
                <a:latin typeface="Times New Roman"/>
                <a:cs typeface="Times New Roman"/>
              </a:rPr>
              <a:t>element</a:t>
            </a:r>
            <a:r>
              <a:rPr sz="1300" spc="8" dirty="0">
                <a:latin typeface="Times New Roman"/>
                <a:cs typeface="Times New Roman"/>
              </a:rPr>
              <a:t> </a:t>
            </a:r>
            <a:r>
              <a:rPr sz="1300" dirty="0">
                <a:latin typeface="Times New Roman"/>
                <a:cs typeface="Times New Roman"/>
              </a:rPr>
              <a:t>or</a:t>
            </a:r>
            <a:r>
              <a:rPr sz="1300" spc="12" dirty="0">
                <a:latin typeface="Times New Roman"/>
                <a:cs typeface="Times New Roman"/>
              </a:rPr>
              <a:t> </a:t>
            </a:r>
            <a:r>
              <a:rPr sz="1300" dirty="0">
                <a:latin typeface="Times New Roman"/>
                <a:cs typeface="Times New Roman"/>
              </a:rPr>
              <a:t>groups</a:t>
            </a:r>
            <a:r>
              <a:rPr sz="1300" spc="12" dirty="0">
                <a:latin typeface="Times New Roman"/>
                <a:cs typeface="Times New Roman"/>
              </a:rPr>
              <a:t> </a:t>
            </a:r>
            <a:r>
              <a:rPr sz="1300" dirty="0">
                <a:latin typeface="Times New Roman"/>
                <a:cs typeface="Times New Roman"/>
              </a:rPr>
              <a:t>of</a:t>
            </a:r>
            <a:r>
              <a:rPr sz="1300" spc="8" dirty="0">
                <a:latin typeface="Times New Roman"/>
                <a:cs typeface="Times New Roman"/>
              </a:rPr>
              <a:t> </a:t>
            </a:r>
            <a:r>
              <a:rPr sz="1300" dirty="0">
                <a:latin typeface="Times New Roman"/>
                <a:cs typeface="Times New Roman"/>
              </a:rPr>
              <a:t>elements</a:t>
            </a:r>
            <a:r>
              <a:rPr sz="1300" spc="12" dirty="0">
                <a:latin typeface="Times New Roman"/>
                <a:cs typeface="Times New Roman"/>
              </a:rPr>
              <a:t> </a:t>
            </a:r>
            <a:r>
              <a:rPr sz="1300" dirty="0">
                <a:latin typeface="Times New Roman"/>
                <a:cs typeface="Times New Roman"/>
              </a:rPr>
              <a:t>you</a:t>
            </a:r>
            <a:r>
              <a:rPr sz="1300" spc="12" dirty="0">
                <a:latin typeface="Times New Roman"/>
                <a:cs typeface="Times New Roman"/>
              </a:rPr>
              <a:t> </a:t>
            </a:r>
            <a:r>
              <a:rPr sz="1300" dirty="0">
                <a:latin typeface="Times New Roman"/>
                <a:cs typeface="Times New Roman"/>
              </a:rPr>
              <a:t>want</a:t>
            </a:r>
            <a:r>
              <a:rPr sz="1300" spc="8" dirty="0">
                <a:latin typeface="Times New Roman"/>
                <a:cs typeface="Times New Roman"/>
              </a:rPr>
              <a:t> </a:t>
            </a:r>
            <a:r>
              <a:rPr sz="1300" dirty="0">
                <a:latin typeface="Times New Roman"/>
                <a:cs typeface="Times New Roman"/>
              </a:rPr>
              <a:t>to</a:t>
            </a:r>
            <a:r>
              <a:rPr sz="1300" spc="12" dirty="0">
                <a:latin typeface="Times New Roman"/>
                <a:cs typeface="Times New Roman"/>
              </a:rPr>
              <a:t> </a:t>
            </a:r>
            <a:r>
              <a:rPr sz="1300" spc="-8" dirty="0">
                <a:latin typeface="Times New Roman"/>
                <a:cs typeface="Times New Roman"/>
              </a:rPr>
              <a:t>style </a:t>
            </a:r>
            <a:r>
              <a:rPr sz="1300" dirty="0">
                <a:latin typeface="Times New Roman"/>
                <a:cs typeface="Times New Roman"/>
              </a:rPr>
              <a:t>on</a:t>
            </a:r>
            <a:r>
              <a:rPr sz="1300" spc="-16" dirty="0">
                <a:latin typeface="Times New Roman"/>
                <a:cs typeface="Times New Roman"/>
              </a:rPr>
              <a:t> </a:t>
            </a:r>
            <a:r>
              <a:rPr sz="1300" dirty="0">
                <a:latin typeface="Times New Roman"/>
                <a:cs typeface="Times New Roman"/>
              </a:rPr>
              <a:t>a</a:t>
            </a:r>
            <a:r>
              <a:rPr sz="1300" spc="-20" dirty="0">
                <a:latin typeface="Times New Roman"/>
                <a:cs typeface="Times New Roman"/>
              </a:rPr>
              <a:t> </a:t>
            </a:r>
            <a:r>
              <a:rPr sz="1300" dirty="0">
                <a:latin typeface="Times New Roman"/>
                <a:cs typeface="Times New Roman"/>
              </a:rPr>
              <a:t>web</a:t>
            </a:r>
            <a:r>
              <a:rPr sz="1300" spc="-12" dirty="0">
                <a:latin typeface="Times New Roman"/>
                <a:cs typeface="Times New Roman"/>
              </a:rPr>
              <a:t> </a:t>
            </a:r>
            <a:r>
              <a:rPr sz="1300" spc="-8" dirty="0">
                <a:latin typeface="Times New Roman"/>
                <a:cs typeface="Times New Roman"/>
              </a:rPr>
              <a:t>page.</a:t>
            </a:r>
            <a:endParaRPr sz="1300">
              <a:latin typeface="Times New Roman"/>
              <a:cs typeface="Times New Roman"/>
            </a:endParaRPr>
          </a:p>
          <a:p>
            <a:pPr marL="188344" marR="5466" indent="-178902">
              <a:lnSpc>
                <a:spcPct val="143800"/>
              </a:lnSpc>
              <a:buFont typeface="Wingdings"/>
              <a:buChar char=""/>
              <a:tabLst>
                <a:tab pos="188344" algn="l"/>
              </a:tabLst>
            </a:pPr>
            <a:r>
              <a:rPr sz="1300" b="1" dirty="0">
                <a:latin typeface="Times New Roman"/>
                <a:cs typeface="Times New Roman"/>
              </a:rPr>
              <a:t>Property:</a:t>
            </a:r>
            <a:r>
              <a:rPr sz="1300" b="1" spc="121" dirty="0">
                <a:latin typeface="Times New Roman"/>
                <a:cs typeface="Times New Roman"/>
              </a:rPr>
              <a:t> </a:t>
            </a:r>
            <a:r>
              <a:rPr sz="1300" dirty="0">
                <a:latin typeface="Times New Roman"/>
                <a:cs typeface="Times New Roman"/>
              </a:rPr>
              <a:t>A</a:t>
            </a:r>
            <a:r>
              <a:rPr sz="1300" spc="117" dirty="0">
                <a:latin typeface="Times New Roman"/>
                <a:cs typeface="Times New Roman"/>
              </a:rPr>
              <a:t> </a:t>
            </a:r>
            <a:r>
              <a:rPr sz="1300" dirty="0">
                <a:latin typeface="Times New Roman"/>
                <a:cs typeface="Times New Roman"/>
              </a:rPr>
              <a:t>CSS</a:t>
            </a:r>
            <a:r>
              <a:rPr sz="1300" spc="121" dirty="0">
                <a:latin typeface="Times New Roman"/>
                <a:cs typeface="Times New Roman"/>
              </a:rPr>
              <a:t> </a:t>
            </a:r>
            <a:r>
              <a:rPr sz="1300" dirty="0">
                <a:latin typeface="Times New Roman"/>
                <a:cs typeface="Times New Roman"/>
              </a:rPr>
              <a:t>property</a:t>
            </a:r>
            <a:r>
              <a:rPr sz="1300" spc="113" dirty="0">
                <a:latin typeface="Times New Roman"/>
                <a:cs typeface="Times New Roman"/>
              </a:rPr>
              <a:t> </a:t>
            </a:r>
            <a:r>
              <a:rPr sz="1300" dirty="0">
                <a:latin typeface="Times New Roman"/>
                <a:cs typeface="Times New Roman"/>
              </a:rPr>
              <a:t>is</a:t>
            </a:r>
            <a:r>
              <a:rPr sz="1300" spc="121" dirty="0">
                <a:latin typeface="Times New Roman"/>
                <a:cs typeface="Times New Roman"/>
              </a:rPr>
              <a:t> </a:t>
            </a:r>
            <a:r>
              <a:rPr sz="1300" dirty="0">
                <a:latin typeface="Times New Roman"/>
                <a:cs typeface="Times New Roman"/>
              </a:rPr>
              <a:t>an</a:t>
            </a:r>
            <a:r>
              <a:rPr sz="1300" spc="129" dirty="0">
                <a:latin typeface="Times New Roman"/>
                <a:cs typeface="Times New Roman"/>
              </a:rPr>
              <a:t> </a:t>
            </a:r>
            <a:r>
              <a:rPr sz="1300" dirty="0">
                <a:latin typeface="Times New Roman"/>
                <a:cs typeface="Times New Roman"/>
              </a:rPr>
              <a:t>aspect</a:t>
            </a:r>
            <a:r>
              <a:rPr sz="1300" spc="110" dirty="0">
                <a:latin typeface="Times New Roman"/>
                <a:cs typeface="Times New Roman"/>
              </a:rPr>
              <a:t> </a:t>
            </a:r>
            <a:r>
              <a:rPr sz="1300" dirty="0">
                <a:latin typeface="Times New Roman"/>
                <a:cs typeface="Times New Roman"/>
              </a:rPr>
              <a:t>or</a:t>
            </a:r>
            <a:r>
              <a:rPr sz="1300" spc="117" dirty="0">
                <a:latin typeface="Times New Roman"/>
                <a:cs typeface="Times New Roman"/>
              </a:rPr>
              <a:t> </a:t>
            </a:r>
            <a:r>
              <a:rPr sz="1300" dirty="0">
                <a:latin typeface="Times New Roman"/>
                <a:cs typeface="Times New Roman"/>
              </a:rPr>
              <a:t>characteristic</a:t>
            </a:r>
            <a:r>
              <a:rPr sz="1300" spc="110" dirty="0">
                <a:latin typeface="Times New Roman"/>
                <a:cs typeface="Times New Roman"/>
              </a:rPr>
              <a:t> </a:t>
            </a:r>
            <a:r>
              <a:rPr sz="1300" dirty="0">
                <a:latin typeface="Times New Roman"/>
                <a:cs typeface="Times New Roman"/>
              </a:rPr>
              <a:t>of</a:t>
            </a:r>
            <a:r>
              <a:rPr sz="1300" spc="121" dirty="0">
                <a:latin typeface="Times New Roman"/>
                <a:cs typeface="Times New Roman"/>
              </a:rPr>
              <a:t> </a:t>
            </a:r>
            <a:r>
              <a:rPr sz="1300" dirty="0">
                <a:latin typeface="Times New Roman"/>
                <a:cs typeface="Times New Roman"/>
              </a:rPr>
              <a:t>an</a:t>
            </a:r>
            <a:r>
              <a:rPr sz="1300" spc="121" dirty="0">
                <a:latin typeface="Times New Roman"/>
                <a:cs typeface="Times New Roman"/>
              </a:rPr>
              <a:t> </a:t>
            </a:r>
            <a:r>
              <a:rPr sz="1300" dirty="0">
                <a:latin typeface="Times New Roman"/>
                <a:cs typeface="Times New Roman"/>
              </a:rPr>
              <a:t>HTML</a:t>
            </a:r>
            <a:r>
              <a:rPr sz="1300" spc="113" dirty="0">
                <a:latin typeface="Times New Roman"/>
                <a:cs typeface="Times New Roman"/>
              </a:rPr>
              <a:t> </a:t>
            </a:r>
            <a:r>
              <a:rPr sz="1300" dirty="0">
                <a:latin typeface="Times New Roman"/>
                <a:cs typeface="Times New Roman"/>
              </a:rPr>
              <a:t>element</a:t>
            </a:r>
            <a:r>
              <a:rPr sz="1300" spc="121" dirty="0">
                <a:latin typeface="Times New Roman"/>
                <a:cs typeface="Times New Roman"/>
              </a:rPr>
              <a:t> </a:t>
            </a:r>
            <a:r>
              <a:rPr sz="1300" dirty="0">
                <a:latin typeface="Times New Roman"/>
                <a:cs typeface="Times New Roman"/>
              </a:rPr>
              <a:t>that</a:t>
            </a:r>
            <a:r>
              <a:rPr sz="1300" spc="113" dirty="0">
                <a:latin typeface="Times New Roman"/>
                <a:cs typeface="Times New Roman"/>
              </a:rPr>
              <a:t> </a:t>
            </a:r>
            <a:r>
              <a:rPr sz="1300" dirty="0">
                <a:latin typeface="Times New Roman"/>
                <a:cs typeface="Times New Roman"/>
              </a:rPr>
              <a:t>can</a:t>
            </a:r>
            <a:r>
              <a:rPr sz="1300" spc="113" dirty="0">
                <a:latin typeface="Times New Roman"/>
                <a:cs typeface="Times New Roman"/>
              </a:rPr>
              <a:t> </a:t>
            </a:r>
            <a:r>
              <a:rPr sz="1300" dirty="0">
                <a:latin typeface="Times New Roman"/>
                <a:cs typeface="Times New Roman"/>
              </a:rPr>
              <a:t>be</a:t>
            </a:r>
            <a:r>
              <a:rPr sz="1300" spc="117" dirty="0">
                <a:latin typeface="Times New Roman"/>
                <a:cs typeface="Times New Roman"/>
              </a:rPr>
              <a:t> </a:t>
            </a:r>
            <a:r>
              <a:rPr sz="1300" dirty="0">
                <a:latin typeface="Times New Roman"/>
                <a:cs typeface="Times New Roman"/>
              </a:rPr>
              <a:t>styled</a:t>
            </a:r>
            <a:r>
              <a:rPr sz="1300" spc="113" dirty="0">
                <a:latin typeface="Times New Roman"/>
                <a:cs typeface="Times New Roman"/>
              </a:rPr>
              <a:t> </a:t>
            </a:r>
            <a:r>
              <a:rPr sz="1300" spc="-20" dirty="0">
                <a:latin typeface="Times New Roman"/>
                <a:cs typeface="Times New Roman"/>
              </a:rPr>
              <a:t>or </a:t>
            </a:r>
            <a:r>
              <a:rPr sz="1300" dirty="0">
                <a:latin typeface="Times New Roman"/>
                <a:cs typeface="Times New Roman"/>
              </a:rPr>
              <a:t>modified</a:t>
            </a:r>
            <a:r>
              <a:rPr sz="1300" spc="-23" dirty="0">
                <a:latin typeface="Times New Roman"/>
                <a:cs typeface="Times New Roman"/>
              </a:rPr>
              <a:t> </a:t>
            </a:r>
            <a:r>
              <a:rPr sz="1300" dirty="0">
                <a:latin typeface="Times New Roman"/>
                <a:cs typeface="Times New Roman"/>
              </a:rPr>
              <a:t>using</a:t>
            </a:r>
            <a:r>
              <a:rPr sz="1300" spc="-20" dirty="0">
                <a:latin typeface="Times New Roman"/>
                <a:cs typeface="Times New Roman"/>
              </a:rPr>
              <a:t> </a:t>
            </a:r>
            <a:r>
              <a:rPr sz="1300" dirty="0">
                <a:latin typeface="Times New Roman"/>
                <a:cs typeface="Times New Roman"/>
              </a:rPr>
              <a:t>CSS,</a:t>
            </a:r>
            <a:r>
              <a:rPr sz="1300" spc="-23" dirty="0">
                <a:latin typeface="Times New Roman"/>
                <a:cs typeface="Times New Roman"/>
              </a:rPr>
              <a:t> </a:t>
            </a:r>
            <a:r>
              <a:rPr sz="1300" dirty="0">
                <a:latin typeface="Times New Roman"/>
                <a:cs typeface="Times New Roman"/>
              </a:rPr>
              <a:t>such</a:t>
            </a:r>
            <a:r>
              <a:rPr sz="1300" spc="-20" dirty="0">
                <a:latin typeface="Times New Roman"/>
                <a:cs typeface="Times New Roman"/>
              </a:rPr>
              <a:t> </a:t>
            </a:r>
            <a:r>
              <a:rPr sz="1300" dirty="0">
                <a:latin typeface="Times New Roman"/>
                <a:cs typeface="Times New Roman"/>
              </a:rPr>
              <a:t>as</a:t>
            </a:r>
            <a:r>
              <a:rPr sz="1300" spc="-20" dirty="0">
                <a:latin typeface="Times New Roman"/>
                <a:cs typeface="Times New Roman"/>
              </a:rPr>
              <a:t> </a:t>
            </a:r>
            <a:r>
              <a:rPr sz="1300" dirty="0">
                <a:latin typeface="Times New Roman"/>
                <a:cs typeface="Times New Roman"/>
              </a:rPr>
              <a:t>color,</a:t>
            </a:r>
            <a:r>
              <a:rPr sz="1300" spc="-20" dirty="0">
                <a:latin typeface="Times New Roman"/>
                <a:cs typeface="Times New Roman"/>
              </a:rPr>
              <a:t> </a:t>
            </a:r>
            <a:r>
              <a:rPr sz="1300" spc="-8" dirty="0">
                <a:latin typeface="Times New Roman"/>
                <a:cs typeface="Times New Roman"/>
              </a:rPr>
              <a:t>font-</a:t>
            </a:r>
            <a:r>
              <a:rPr sz="1300" dirty="0">
                <a:latin typeface="Times New Roman"/>
                <a:cs typeface="Times New Roman"/>
              </a:rPr>
              <a:t>size,</a:t>
            </a:r>
            <a:r>
              <a:rPr sz="1300" spc="-23" dirty="0">
                <a:latin typeface="Times New Roman"/>
                <a:cs typeface="Times New Roman"/>
              </a:rPr>
              <a:t> </a:t>
            </a:r>
            <a:r>
              <a:rPr sz="1300" dirty="0">
                <a:latin typeface="Times New Roman"/>
                <a:cs typeface="Times New Roman"/>
              </a:rPr>
              <a:t>or</a:t>
            </a:r>
            <a:r>
              <a:rPr sz="1300" spc="-16" dirty="0">
                <a:latin typeface="Times New Roman"/>
                <a:cs typeface="Times New Roman"/>
              </a:rPr>
              <a:t> </a:t>
            </a:r>
            <a:r>
              <a:rPr sz="1300" spc="-8" dirty="0">
                <a:latin typeface="Times New Roman"/>
                <a:cs typeface="Times New Roman"/>
              </a:rPr>
              <a:t>margin.</a:t>
            </a:r>
            <a:endParaRPr sz="1300">
              <a:latin typeface="Times New Roman"/>
              <a:cs typeface="Times New Roman"/>
            </a:endParaRPr>
          </a:p>
          <a:p>
            <a:pPr marL="188344" marR="5466" indent="-178902">
              <a:lnSpc>
                <a:spcPts val="2168"/>
              </a:lnSpc>
              <a:spcBef>
                <a:spcPts val="70"/>
              </a:spcBef>
              <a:buFont typeface="Wingdings"/>
              <a:buChar char=""/>
              <a:tabLst>
                <a:tab pos="188344" algn="l"/>
              </a:tabLst>
            </a:pPr>
            <a:r>
              <a:rPr sz="1300" b="1" dirty="0">
                <a:latin typeface="Times New Roman"/>
                <a:cs typeface="Times New Roman"/>
              </a:rPr>
              <a:t>Value:</a:t>
            </a:r>
            <a:r>
              <a:rPr sz="1300" b="1" spc="67" dirty="0">
                <a:latin typeface="Times New Roman"/>
                <a:cs typeface="Times New Roman"/>
              </a:rPr>
              <a:t> </a:t>
            </a:r>
            <a:r>
              <a:rPr sz="1300" dirty="0">
                <a:latin typeface="Times New Roman"/>
                <a:cs typeface="Times New Roman"/>
              </a:rPr>
              <a:t>Values</a:t>
            </a:r>
            <a:r>
              <a:rPr sz="1300" spc="70" dirty="0">
                <a:latin typeface="Times New Roman"/>
                <a:cs typeface="Times New Roman"/>
              </a:rPr>
              <a:t> </a:t>
            </a:r>
            <a:r>
              <a:rPr sz="1300" dirty="0">
                <a:latin typeface="Times New Roman"/>
                <a:cs typeface="Times New Roman"/>
              </a:rPr>
              <a:t>are</a:t>
            </a:r>
            <a:r>
              <a:rPr sz="1300" spc="67" dirty="0">
                <a:latin typeface="Times New Roman"/>
                <a:cs typeface="Times New Roman"/>
              </a:rPr>
              <a:t> </a:t>
            </a:r>
            <a:r>
              <a:rPr sz="1300" dirty="0">
                <a:latin typeface="Times New Roman"/>
                <a:cs typeface="Times New Roman"/>
              </a:rPr>
              <a:t>assigned</a:t>
            </a:r>
            <a:r>
              <a:rPr sz="1300" spc="63" dirty="0">
                <a:latin typeface="Times New Roman"/>
                <a:cs typeface="Times New Roman"/>
              </a:rPr>
              <a:t> </a:t>
            </a:r>
            <a:r>
              <a:rPr sz="1300" dirty="0">
                <a:latin typeface="Times New Roman"/>
                <a:cs typeface="Times New Roman"/>
              </a:rPr>
              <a:t>to</a:t>
            </a:r>
            <a:r>
              <a:rPr sz="1300" spc="63" dirty="0">
                <a:latin typeface="Times New Roman"/>
                <a:cs typeface="Times New Roman"/>
              </a:rPr>
              <a:t> </a:t>
            </a:r>
            <a:r>
              <a:rPr sz="1300" dirty="0">
                <a:latin typeface="Times New Roman"/>
                <a:cs typeface="Times New Roman"/>
              </a:rPr>
              <a:t>properties.</a:t>
            </a:r>
            <a:r>
              <a:rPr sz="1300" spc="67" dirty="0">
                <a:latin typeface="Times New Roman"/>
                <a:cs typeface="Times New Roman"/>
              </a:rPr>
              <a:t> </a:t>
            </a:r>
            <a:r>
              <a:rPr sz="1300" dirty="0">
                <a:latin typeface="Times New Roman"/>
                <a:cs typeface="Times New Roman"/>
              </a:rPr>
              <a:t>For</a:t>
            </a:r>
            <a:r>
              <a:rPr sz="1300" spc="67" dirty="0">
                <a:latin typeface="Times New Roman"/>
                <a:cs typeface="Times New Roman"/>
              </a:rPr>
              <a:t> </a:t>
            </a:r>
            <a:r>
              <a:rPr sz="1300" dirty="0">
                <a:latin typeface="Times New Roman"/>
                <a:cs typeface="Times New Roman"/>
              </a:rPr>
              <a:t>example,</a:t>
            </a:r>
            <a:r>
              <a:rPr sz="1300" spc="67" dirty="0">
                <a:latin typeface="Times New Roman"/>
                <a:cs typeface="Times New Roman"/>
              </a:rPr>
              <a:t> </a:t>
            </a:r>
            <a:r>
              <a:rPr sz="1300" dirty="0">
                <a:latin typeface="Times New Roman"/>
                <a:cs typeface="Times New Roman"/>
              </a:rPr>
              <a:t>color</a:t>
            </a:r>
            <a:r>
              <a:rPr sz="1300" spc="59" dirty="0">
                <a:latin typeface="Times New Roman"/>
                <a:cs typeface="Times New Roman"/>
              </a:rPr>
              <a:t> </a:t>
            </a:r>
            <a:r>
              <a:rPr sz="1300" dirty="0">
                <a:latin typeface="Times New Roman"/>
                <a:cs typeface="Times New Roman"/>
              </a:rPr>
              <a:t>property</a:t>
            </a:r>
            <a:r>
              <a:rPr sz="1300" spc="70" dirty="0">
                <a:latin typeface="Times New Roman"/>
                <a:cs typeface="Times New Roman"/>
              </a:rPr>
              <a:t> </a:t>
            </a:r>
            <a:r>
              <a:rPr sz="1300" dirty="0">
                <a:latin typeface="Times New Roman"/>
                <a:cs typeface="Times New Roman"/>
              </a:rPr>
              <a:t>can</a:t>
            </a:r>
            <a:r>
              <a:rPr sz="1300" spc="63" dirty="0">
                <a:latin typeface="Times New Roman"/>
                <a:cs typeface="Times New Roman"/>
              </a:rPr>
              <a:t> </a:t>
            </a:r>
            <a:r>
              <a:rPr sz="1300" dirty="0">
                <a:latin typeface="Times New Roman"/>
                <a:cs typeface="Times New Roman"/>
              </a:rPr>
              <a:t>have</a:t>
            </a:r>
            <a:r>
              <a:rPr sz="1300" spc="59" dirty="0">
                <a:latin typeface="Times New Roman"/>
                <a:cs typeface="Times New Roman"/>
              </a:rPr>
              <a:t> </a:t>
            </a:r>
            <a:r>
              <a:rPr sz="1300" dirty="0">
                <a:latin typeface="Times New Roman"/>
                <a:cs typeface="Times New Roman"/>
              </a:rPr>
              <a:t>value</a:t>
            </a:r>
            <a:r>
              <a:rPr sz="1300" spc="59" dirty="0">
                <a:latin typeface="Times New Roman"/>
                <a:cs typeface="Times New Roman"/>
              </a:rPr>
              <a:t> </a:t>
            </a:r>
            <a:r>
              <a:rPr sz="1300" dirty="0">
                <a:latin typeface="Times New Roman"/>
                <a:cs typeface="Times New Roman"/>
              </a:rPr>
              <a:t>like</a:t>
            </a:r>
            <a:r>
              <a:rPr sz="1300" spc="74" dirty="0">
                <a:latin typeface="Times New Roman"/>
                <a:cs typeface="Times New Roman"/>
              </a:rPr>
              <a:t> </a:t>
            </a:r>
            <a:r>
              <a:rPr sz="1300" dirty="0">
                <a:latin typeface="Times New Roman"/>
                <a:cs typeface="Times New Roman"/>
              </a:rPr>
              <a:t>red,</a:t>
            </a:r>
            <a:r>
              <a:rPr sz="1300" spc="59" dirty="0">
                <a:latin typeface="Times New Roman"/>
                <a:cs typeface="Times New Roman"/>
              </a:rPr>
              <a:t> </a:t>
            </a:r>
            <a:r>
              <a:rPr sz="1300" spc="-8" dirty="0">
                <a:latin typeface="Times New Roman"/>
                <a:cs typeface="Times New Roman"/>
              </a:rPr>
              <a:t>green </a:t>
            </a:r>
            <a:r>
              <a:rPr sz="1300" spc="-16" dirty="0">
                <a:latin typeface="Times New Roman"/>
                <a:cs typeface="Times New Roman"/>
              </a:rPr>
              <a:t>etc.</a:t>
            </a:r>
            <a:endParaRPr sz="1300">
              <a:latin typeface="Times New Roman"/>
              <a:cs typeface="Times New Roman"/>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573342" y="3071816"/>
            <a:ext cx="5856178" cy="1822962"/>
          </a:xfrm>
          <a:prstGeom prst="rect">
            <a:avLst/>
          </a:prstGeom>
          <a:solidFill>
            <a:srgbClr val="000000"/>
          </a:solidFill>
          <a:ln w="6350">
            <a:solidFill>
              <a:srgbClr val="000000"/>
            </a:solidFill>
          </a:ln>
        </p:spPr>
        <p:txBody>
          <a:bodyPr vert="horz" wrap="square" lIns="0" tIns="27332" rIns="0" bIns="0" rtlCol="0">
            <a:spAutoFit/>
          </a:bodyPr>
          <a:lstStyle/>
          <a:p>
            <a:pPr marL="286741">
              <a:lnSpc>
                <a:spcPts val="1475"/>
              </a:lnSpc>
              <a:spcBef>
                <a:spcPts val="215"/>
              </a:spcBef>
            </a:pPr>
            <a:r>
              <a:rPr sz="1300" dirty="0">
                <a:solidFill>
                  <a:srgbClr val="FFFFFF"/>
                </a:solidFill>
                <a:latin typeface="Times New Roman"/>
                <a:cs typeface="Times New Roman"/>
              </a:rPr>
              <a:t>&lt;!DOCTYPE</a:t>
            </a:r>
            <a:r>
              <a:rPr sz="1300" spc="4" dirty="0">
                <a:solidFill>
                  <a:srgbClr val="FFFFFF"/>
                </a:solidFill>
                <a:latin typeface="Times New Roman"/>
                <a:cs typeface="Times New Roman"/>
              </a:rPr>
              <a:t> </a:t>
            </a:r>
            <a:r>
              <a:rPr sz="1300" spc="-8" dirty="0">
                <a:solidFill>
                  <a:srgbClr val="FFFFFF"/>
                </a:solidFill>
                <a:latin typeface="Times New Roman"/>
                <a:cs typeface="Times New Roman"/>
              </a:rPr>
              <a:t>html&gt;</a:t>
            </a:r>
            <a:endParaRPr sz="1300">
              <a:latin typeface="Times New Roman"/>
              <a:cs typeface="Times New Roman"/>
            </a:endParaRPr>
          </a:p>
          <a:p>
            <a:pPr marL="286741">
              <a:lnSpc>
                <a:spcPts val="1439"/>
              </a:lnSpc>
            </a:pPr>
            <a:r>
              <a:rPr sz="1300" spc="-8" dirty="0">
                <a:solidFill>
                  <a:srgbClr val="FFFFFF"/>
                </a:solidFill>
                <a:latin typeface="Times New Roman"/>
                <a:cs typeface="Times New Roman"/>
              </a:rPr>
              <a:t>&lt;html&gt;</a:t>
            </a:r>
            <a:endParaRPr sz="1300">
              <a:latin typeface="Times New Roman"/>
              <a:cs typeface="Times New Roman"/>
            </a:endParaRPr>
          </a:p>
          <a:p>
            <a:pPr marL="286741">
              <a:lnSpc>
                <a:spcPts val="1471"/>
              </a:lnSpc>
            </a:pPr>
            <a:r>
              <a:rPr sz="1300" spc="-8" dirty="0">
                <a:solidFill>
                  <a:srgbClr val="FFFFFF"/>
                </a:solidFill>
                <a:latin typeface="Times New Roman"/>
                <a:cs typeface="Times New Roman"/>
              </a:rPr>
              <a:t>&lt;body&gt;</a:t>
            </a:r>
            <a:endParaRPr sz="1300">
              <a:latin typeface="Times New Roman"/>
              <a:cs typeface="Times New Roman"/>
            </a:endParaRPr>
          </a:p>
          <a:p>
            <a:pPr marL="286741">
              <a:lnSpc>
                <a:spcPts val="1651"/>
              </a:lnSpc>
              <a:spcBef>
                <a:spcPts val="1377"/>
              </a:spcBef>
            </a:pPr>
            <a:r>
              <a:rPr sz="1400" dirty="0">
                <a:solidFill>
                  <a:srgbClr val="FF33CC"/>
                </a:solidFill>
                <a:latin typeface="Times New Roman"/>
                <a:cs typeface="Times New Roman"/>
              </a:rPr>
              <a:t>&lt;h1</a:t>
            </a:r>
            <a:r>
              <a:rPr sz="1400" spc="31" dirty="0">
                <a:solidFill>
                  <a:srgbClr val="FF33CC"/>
                </a:solidFill>
                <a:latin typeface="Times New Roman"/>
                <a:cs typeface="Times New Roman"/>
              </a:rPr>
              <a:t> </a:t>
            </a:r>
            <a:r>
              <a:rPr sz="1400" spc="-8" dirty="0">
                <a:solidFill>
                  <a:srgbClr val="FFFF00"/>
                </a:solidFill>
                <a:latin typeface="Times New Roman"/>
                <a:cs typeface="Times New Roman"/>
              </a:rPr>
              <a:t>style</a:t>
            </a:r>
            <a:r>
              <a:rPr sz="1400" spc="-8" dirty="0">
                <a:solidFill>
                  <a:srgbClr val="FF33CC"/>
                </a:solidFill>
                <a:latin typeface="Times New Roman"/>
                <a:cs typeface="Times New Roman"/>
              </a:rPr>
              <a:t>="color:blue;text-align:center;"&gt;This</a:t>
            </a:r>
            <a:r>
              <a:rPr sz="1400" spc="35" dirty="0">
                <a:solidFill>
                  <a:srgbClr val="FF33CC"/>
                </a:solidFill>
                <a:latin typeface="Times New Roman"/>
                <a:cs typeface="Times New Roman"/>
              </a:rPr>
              <a:t> </a:t>
            </a:r>
            <a:r>
              <a:rPr sz="1400" dirty="0">
                <a:solidFill>
                  <a:srgbClr val="FF33CC"/>
                </a:solidFill>
                <a:latin typeface="Times New Roman"/>
                <a:cs typeface="Times New Roman"/>
              </a:rPr>
              <a:t>is</a:t>
            </a:r>
            <a:r>
              <a:rPr sz="1400" spc="20" dirty="0">
                <a:solidFill>
                  <a:srgbClr val="FF33CC"/>
                </a:solidFill>
                <a:latin typeface="Times New Roman"/>
                <a:cs typeface="Times New Roman"/>
              </a:rPr>
              <a:t> </a:t>
            </a:r>
            <a:r>
              <a:rPr sz="1400" dirty="0">
                <a:solidFill>
                  <a:srgbClr val="FF33CC"/>
                </a:solidFill>
                <a:latin typeface="Times New Roman"/>
                <a:cs typeface="Times New Roman"/>
              </a:rPr>
              <a:t>a</a:t>
            </a:r>
            <a:r>
              <a:rPr sz="1400" spc="39" dirty="0">
                <a:solidFill>
                  <a:srgbClr val="FF33CC"/>
                </a:solidFill>
                <a:latin typeface="Times New Roman"/>
                <a:cs typeface="Times New Roman"/>
              </a:rPr>
              <a:t> </a:t>
            </a:r>
            <a:r>
              <a:rPr sz="1400" spc="-8" dirty="0">
                <a:solidFill>
                  <a:srgbClr val="FF33CC"/>
                </a:solidFill>
                <a:latin typeface="Times New Roman"/>
                <a:cs typeface="Times New Roman"/>
              </a:rPr>
              <a:t>heading&lt;/h1&gt;</a:t>
            </a:r>
            <a:endParaRPr sz="1400">
              <a:latin typeface="Times New Roman"/>
              <a:cs typeface="Times New Roman"/>
            </a:endParaRPr>
          </a:p>
          <a:p>
            <a:pPr marL="286741">
              <a:lnSpc>
                <a:spcPts val="1651"/>
              </a:lnSpc>
            </a:pPr>
            <a:r>
              <a:rPr sz="1400" dirty="0">
                <a:solidFill>
                  <a:srgbClr val="FF33CC"/>
                </a:solidFill>
                <a:latin typeface="Times New Roman"/>
                <a:cs typeface="Times New Roman"/>
              </a:rPr>
              <a:t>&lt;p</a:t>
            </a:r>
            <a:r>
              <a:rPr sz="1400" spc="27" dirty="0">
                <a:solidFill>
                  <a:srgbClr val="FF33CC"/>
                </a:solidFill>
                <a:latin typeface="Times New Roman"/>
                <a:cs typeface="Times New Roman"/>
              </a:rPr>
              <a:t> </a:t>
            </a:r>
            <a:r>
              <a:rPr sz="1400" spc="-8" dirty="0">
                <a:solidFill>
                  <a:srgbClr val="FFFF00"/>
                </a:solidFill>
                <a:latin typeface="Times New Roman"/>
                <a:cs typeface="Times New Roman"/>
              </a:rPr>
              <a:t>style</a:t>
            </a:r>
            <a:r>
              <a:rPr sz="1400" spc="-8" dirty="0">
                <a:solidFill>
                  <a:srgbClr val="FF33CC"/>
                </a:solidFill>
                <a:latin typeface="Times New Roman"/>
                <a:cs typeface="Times New Roman"/>
              </a:rPr>
              <a:t>="color:red;"&gt;This</a:t>
            </a:r>
            <a:r>
              <a:rPr sz="1400" spc="23" dirty="0">
                <a:solidFill>
                  <a:srgbClr val="FF33CC"/>
                </a:solidFill>
                <a:latin typeface="Times New Roman"/>
                <a:cs typeface="Times New Roman"/>
              </a:rPr>
              <a:t> </a:t>
            </a:r>
            <a:r>
              <a:rPr sz="1400" dirty="0">
                <a:solidFill>
                  <a:srgbClr val="FF33CC"/>
                </a:solidFill>
                <a:latin typeface="Times New Roman"/>
                <a:cs typeface="Times New Roman"/>
              </a:rPr>
              <a:t>is</a:t>
            </a:r>
            <a:r>
              <a:rPr sz="1400" spc="8" dirty="0">
                <a:solidFill>
                  <a:srgbClr val="FF33CC"/>
                </a:solidFill>
                <a:latin typeface="Times New Roman"/>
                <a:cs typeface="Times New Roman"/>
              </a:rPr>
              <a:t> </a:t>
            </a:r>
            <a:r>
              <a:rPr sz="1400" dirty="0">
                <a:solidFill>
                  <a:srgbClr val="FF33CC"/>
                </a:solidFill>
                <a:latin typeface="Times New Roman"/>
                <a:cs typeface="Times New Roman"/>
              </a:rPr>
              <a:t>a</a:t>
            </a:r>
            <a:r>
              <a:rPr sz="1400" spc="23" dirty="0">
                <a:solidFill>
                  <a:srgbClr val="FF33CC"/>
                </a:solidFill>
                <a:latin typeface="Times New Roman"/>
                <a:cs typeface="Times New Roman"/>
              </a:rPr>
              <a:t> </a:t>
            </a:r>
            <a:r>
              <a:rPr sz="1400" spc="-8" dirty="0">
                <a:solidFill>
                  <a:srgbClr val="FF33CC"/>
                </a:solidFill>
                <a:latin typeface="Times New Roman"/>
                <a:cs typeface="Times New Roman"/>
              </a:rPr>
              <a:t>paragraph.&lt;/p&gt;</a:t>
            </a:r>
            <a:endParaRPr sz="1400">
              <a:latin typeface="Times New Roman"/>
              <a:cs typeface="Times New Roman"/>
            </a:endParaRPr>
          </a:p>
          <a:p>
            <a:pPr marL="286741">
              <a:lnSpc>
                <a:spcPts val="1471"/>
              </a:lnSpc>
              <a:spcBef>
                <a:spcPts val="1377"/>
              </a:spcBef>
            </a:pPr>
            <a:r>
              <a:rPr sz="1300" spc="-8" dirty="0">
                <a:solidFill>
                  <a:srgbClr val="FFFFFF"/>
                </a:solidFill>
                <a:latin typeface="Times New Roman"/>
                <a:cs typeface="Times New Roman"/>
              </a:rPr>
              <a:t>&lt;/body&gt;</a:t>
            </a:r>
            <a:endParaRPr sz="1300">
              <a:latin typeface="Times New Roman"/>
              <a:cs typeface="Times New Roman"/>
            </a:endParaRPr>
          </a:p>
          <a:p>
            <a:pPr marL="286741">
              <a:lnSpc>
                <a:spcPts val="1471"/>
              </a:lnSpc>
            </a:pPr>
            <a:r>
              <a:rPr sz="1300" spc="-8" dirty="0">
                <a:solidFill>
                  <a:srgbClr val="FFFFFF"/>
                </a:solidFill>
                <a:latin typeface="Times New Roman"/>
                <a:cs typeface="Times New Roman"/>
              </a:rPr>
              <a:t>&lt;/html&gt;</a:t>
            </a:r>
            <a:endParaRPr sz="1300">
              <a:latin typeface="Times New Roman"/>
              <a:cs typeface="Times New Roman"/>
            </a:endParaRPr>
          </a:p>
        </p:txBody>
      </p:sp>
      <p:sp>
        <p:nvSpPr>
          <p:cNvPr id="6" name="Rectangle 5"/>
          <p:cNvSpPr/>
          <p:nvPr/>
        </p:nvSpPr>
        <p:spPr>
          <a:xfrm>
            <a:off x="357158" y="500048"/>
            <a:ext cx="8572560" cy="2539157"/>
          </a:xfrm>
          <a:prstGeom prst="rect">
            <a:avLst/>
          </a:prstGeom>
          <a:ln>
            <a:solidFill>
              <a:schemeClr val="tx1"/>
            </a:solidFill>
          </a:ln>
        </p:spPr>
        <p:txBody>
          <a:bodyPr wrap="square">
            <a:spAutoFit/>
          </a:bodyPr>
          <a:lstStyle/>
          <a:p>
            <a:pPr marL="9939">
              <a:spcBef>
                <a:spcPts val="600"/>
              </a:spcBef>
              <a:spcAft>
                <a:spcPts val="600"/>
              </a:spcAft>
            </a:pPr>
            <a:r>
              <a:rPr lang="en-IN" sz="2400" b="1" i="0" u="sng" strike="noStrike" baseline="0" dirty="0" smtClean="0">
                <a:solidFill>
                  <a:schemeClr val="accent2">
                    <a:lumMod val="75000"/>
                  </a:schemeClr>
                </a:solidFill>
                <a:latin typeface="Times New Roman" pitchFamily="18" charset="0"/>
                <a:ea typeface="+mn-ea"/>
                <a:cs typeface="Times New Roman" pitchFamily="18" charset="0"/>
              </a:rPr>
              <a:t>Cascading effect </a:t>
            </a:r>
          </a:p>
          <a:p>
            <a:pPr marL="9939">
              <a:spcBef>
                <a:spcPts val="600"/>
              </a:spcBef>
              <a:spcAft>
                <a:spcPts val="600"/>
              </a:spcAft>
            </a:pPr>
            <a:r>
              <a:rPr lang="en-IN" sz="1500" dirty="0" smtClean="0">
                <a:latin typeface="Times New Roman"/>
                <a:cs typeface="Times New Roman"/>
              </a:rPr>
              <a:t>There</a:t>
            </a:r>
            <a:r>
              <a:rPr lang="en-IN" sz="1500" spc="-27" dirty="0" smtClean="0">
                <a:latin typeface="Times New Roman"/>
                <a:cs typeface="Times New Roman"/>
              </a:rPr>
              <a:t> </a:t>
            </a:r>
            <a:r>
              <a:rPr lang="en-IN" sz="1500" dirty="0" smtClean="0">
                <a:latin typeface="Times New Roman"/>
                <a:cs typeface="Times New Roman"/>
              </a:rPr>
              <a:t>are</a:t>
            </a:r>
            <a:r>
              <a:rPr lang="en-IN" sz="1500" spc="-27" dirty="0" smtClean="0">
                <a:latin typeface="Times New Roman"/>
                <a:cs typeface="Times New Roman"/>
              </a:rPr>
              <a:t> </a:t>
            </a:r>
            <a:r>
              <a:rPr lang="en-IN" sz="1500" dirty="0" smtClean="0">
                <a:latin typeface="Times New Roman"/>
                <a:cs typeface="Times New Roman"/>
              </a:rPr>
              <a:t>three</a:t>
            </a:r>
            <a:r>
              <a:rPr lang="en-IN" sz="1500" spc="-23" dirty="0" smtClean="0">
                <a:latin typeface="Times New Roman"/>
                <a:cs typeface="Times New Roman"/>
              </a:rPr>
              <a:t> </a:t>
            </a:r>
            <a:r>
              <a:rPr lang="en-IN" sz="1500" dirty="0" smtClean="0">
                <a:latin typeface="Times New Roman"/>
                <a:cs typeface="Times New Roman"/>
              </a:rPr>
              <a:t>ways</a:t>
            </a:r>
            <a:r>
              <a:rPr lang="en-IN" sz="1500" spc="-23" dirty="0" smtClean="0">
                <a:latin typeface="Times New Roman"/>
                <a:cs typeface="Times New Roman"/>
              </a:rPr>
              <a:t> </a:t>
            </a:r>
            <a:r>
              <a:rPr lang="en-IN" sz="1500" dirty="0" smtClean="0">
                <a:latin typeface="Times New Roman"/>
                <a:cs typeface="Times New Roman"/>
              </a:rPr>
              <a:t>of</a:t>
            </a:r>
            <a:r>
              <a:rPr lang="en-IN" sz="1500" spc="-27" dirty="0" smtClean="0">
                <a:latin typeface="Times New Roman"/>
                <a:cs typeface="Times New Roman"/>
              </a:rPr>
              <a:t> </a:t>
            </a:r>
            <a:r>
              <a:rPr lang="en-IN" sz="1500" dirty="0" smtClean="0">
                <a:latin typeface="Times New Roman"/>
                <a:cs typeface="Times New Roman"/>
              </a:rPr>
              <a:t>inserting</a:t>
            </a:r>
            <a:r>
              <a:rPr lang="en-IN" sz="1500" spc="-20" dirty="0" smtClean="0">
                <a:latin typeface="Times New Roman"/>
                <a:cs typeface="Times New Roman"/>
              </a:rPr>
              <a:t> </a:t>
            </a:r>
            <a:r>
              <a:rPr lang="en-IN" sz="1500" dirty="0" smtClean="0">
                <a:latin typeface="Times New Roman"/>
                <a:cs typeface="Times New Roman"/>
              </a:rPr>
              <a:t>a</a:t>
            </a:r>
            <a:r>
              <a:rPr lang="en-IN" sz="1500" spc="-27" dirty="0" smtClean="0">
                <a:latin typeface="Times New Roman"/>
                <a:cs typeface="Times New Roman"/>
              </a:rPr>
              <a:t> </a:t>
            </a:r>
            <a:r>
              <a:rPr lang="en-IN" sz="1500" dirty="0" smtClean="0">
                <a:latin typeface="Times New Roman"/>
                <a:cs typeface="Times New Roman"/>
              </a:rPr>
              <a:t>style</a:t>
            </a:r>
            <a:r>
              <a:rPr lang="en-IN" sz="1500" spc="-23" dirty="0" smtClean="0">
                <a:latin typeface="Times New Roman"/>
                <a:cs typeface="Times New Roman"/>
              </a:rPr>
              <a:t> </a:t>
            </a:r>
            <a:r>
              <a:rPr lang="en-IN" sz="1500" spc="-8" dirty="0" smtClean="0">
                <a:latin typeface="Times New Roman"/>
                <a:cs typeface="Times New Roman"/>
              </a:rPr>
              <a:t>sheet:</a:t>
            </a:r>
            <a:endParaRPr lang="en-IN" sz="1500" dirty="0" smtClean="0">
              <a:latin typeface="Times New Roman"/>
              <a:cs typeface="Times New Roman"/>
            </a:endParaRPr>
          </a:p>
          <a:p>
            <a:pPr marL="367247" indent="-178405">
              <a:buSzPct val="112500"/>
              <a:buFont typeface="Wingdings"/>
              <a:buChar char=""/>
              <a:tabLst>
                <a:tab pos="367247" algn="l"/>
              </a:tabLst>
            </a:pPr>
            <a:r>
              <a:rPr lang="en-IN" sz="1500" dirty="0" smtClean="0">
                <a:latin typeface="Times New Roman"/>
                <a:cs typeface="Times New Roman"/>
              </a:rPr>
              <a:t>External</a:t>
            </a:r>
            <a:r>
              <a:rPr lang="en-IN" sz="1500" spc="-47" dirty="0" smtClean="0">
                <a:latin typeface="Times New Roman"/>
                <a:cs typeface="Times New Roman"/>
              </a:rPr>
              <a:t> </a:t>
            </a:r>
            <a:r>
              <a:rPr lang="en-IN" sz="1500" spc="-20" dirty="0" smtClean="0">
                <a:latin typeface="Times New Roman"/>
                <a:cs typeface="Times New Roman"/>
              </a:rPr>
              <a:t>CSS</a:t>
            </a:r>
            <a:endParaRPr lang="en-IN" sz="1500" dirty="0" smtClean="0">
              <a:latin typeface="Times New Roman"/>
              <a:cs typeface="Times New Roman"/>
            </a:endParaRPr>
          </a:p>
          <a:p>
            <a:pPr marL="367247" indent="-178405">
              <a:buSzPct val="112500"/>
              <a:buFont typeface="Wingdings"/>
              <a:buChar char=""/>
              <a:tabLst>
                <a:tab pos="367247" algn="l"/>
              </a:tabLst>
            </a:pPr>
            <a:r>
              <a:rPr lang="en-IN" sz="1500" dirty="0" smtClean="0">
                <a:latin typeface="Times New Roman"/>
                <a:cs typeface="Times New Roman"/>
              </a:rPr>
              <a:t>Internal</a:t>
            </a:r>
            <a:r>
              <a:rPr lang="en-IN" sz="1500" spc="-43" dirty="0" smtClean="0">
                <a:latin typeface="Times New Roman"/>
                <a:cs typeface="Times New Roman"/>
              </a:rPr>
              <a:t> </a:t>
            </a:r>
            <a:r>
              <a:rPr lang="en-IN" sz="1500" spc="-20" dirty="0" smtClean="0">
                <a:latin typeface="Times New Roman"/>
                <a:cs typeface="Times New Roman"/>
              </a:rPr>
              <a:t>CSS</a:t>
            </a:r>
            <a:endParaRPr lang="en-IN" sz="1500" dirty="0" smtClean="0">
              <a:latin typeface="Times New Roman"/>
              <a:cs typeface="Times New Roman"/>
            </a:endParaRPr>
          </a:p>
          <a:p>
            <a:pPr marL="367247" indent="-178405">
              <a:buSzPct val="112500"/>
              <a:buFont typeface="Wingdings"/>
              <a:buChar char=""/>
              <a:tabLst>
                <a:tab pos="367247" algn="l"/>
              </a:tabLst>
            </a:pPr>
            <a:r>
              <a:rPr lang="en-IN" sz="1500" dirty="0" smtClean="0">
                <a:latin typeface="Times New Roman"/>
                <a:cs typeface="Times New Roman"/>
              </a:rPr>
              <a:t>Inline</a:t>
            </a:r>
            <a:r>
              <a:rPr lang="en-IN" sz="1500" spc="-31" dirty="0" smtClean="0">
                <a:latin typeface="Times New Roman"/>
                <a:cs typeface="Times New Roman"/>
              </a:rPr>
              <a:t> </a:t>
            </a:r>
            <a:r>
              <a:rPr lang="en-IN" sz="1500" spc="-20" dirty="0" smtClean="0">
                <a:latin typeface="Times New Roman"/>
                <a:cs typeface="Times New Roman"/>
              </a:rPr>
              <a:t>CSS</a:t>
            </a:r>
            <a:endParaRPr lang="en-IN" sz="1500" dirty="0" smtClean="0">
              <a:latin typeface="Times New Roman"/>
              <a:cs typeface="Times New Roman"/>
            </a:endParaRPr>
          </a:p>
          <a:p>
            <a:pPr marL="9939">
              <a:spcBef>
                <a:spcPts val="600"/>
              </a:spcBef>
              <a:spcAft>
                <a:spcPts val="600"/>
              </a:spcAft>
            </a:pPr>
            <a:r>
              <a:rPr lang="en-IN" sz="1500" b="1" dirty="0" smtClean="0">
                <a:latin typeface="Times New Roman"/>
                <a:cs typeface="Times New Roman"/>
              </a:rPr>
              <a:t>1)</a:t>
            </a:r>
            <a:r>
              <a:rPr lang="en-IN" sz="1500" b="1" spc="-12" dirty="0" smtClean="0">
                <a:latin typeface="Times New Roman"/>
                <a:cs typeface="Times New Roman"/>
              </a:rPr>
              <a:t> </a:t>
            </a:r>
            <a:r>
              <a:rPr lang="en-IN" sz="1500" b="1" dirty="0" smtClean="0">
                <a:latin typeface="Times New Roman"/>
                <a:cs typeface="Times New Roman"/>
              </a:rPr>
              <a:t>Inline</a:t>
            </a:r>
            <a:r>
              <a:rPr lang="en-IN" sz="1500" b="1" spc="-8" dirty="0" smtClean="0">
                <a:latin typeface="Times New Roman"/>
                <a:cs typeface="Times New Roman"/>
              </a:rPr>
              <a:t> </a:t>
            </a:r>
            <a:r>
              <a:rPr lang="en-IN" sz="1500" b="1" spc="-20" dirty="0" smtClean="0">
                <a:latin typeface="Times New Roman"/>
                <a:cs typeface="Times New Roman"/>
              </a:rPr>
              <a:t>CSS</a:t>
            </a:r>
            <a:endParaRPr lang="en-IN" sz="1500" dirty="0" smtClean="0">
              <a:latin typeface="Times New Roman"/>
              <a:cs typeface="Times New Roman"/>
            </a:endParaRPr>
          </a:p>
          <a:p>
            <a:pPr marL="725548" marR="3976">
              <a:spcBef>
                <a:spcPts val="600"/>
              </a:spcBef>
              <a:spcAft>
                <a:spcPts val="600"/>
              </a:spcAft>
            </a:pPr>
            <a:r>
              <a:rPr lang="en-IN" sz="1500" dirty="0" smtClean="0">
                <a:latin typeface="Times New Roman"/>
                <a:cs typeface="Times New Roman"/>
              </a:rPr>
              <a:t>An</a:t>
            </a:r>
            <a:r>
              <a:rPr lang="en-IN" sz="1500" spc="-23" dirty="0" smtClean="0">
                <a:latin typeface="Times New Roman"/>
                <a:cs typeface="Times New Roman"/>
              </a:rPr>
              <a:t> </a:t>
            </a:r>
            <a:r>
              <a:rPr lang="en-IN" sz="1500" dirty="0" smtClean="0">
                <a:latin typeface="Times New Roman"/>
                <a:cs typeface="Times New Roman"/>
              </a:rPr>
              <a:t>inline</a:t>
            </a:r>
            <a:r>
              <a:rPr lang="en-IN" sz="1500" spc="-23" dirty="0" smtClean="0">
                <a:latin typeface="Times New Roman"/>
                <a:cs typeface="Times New Roman"/>
              </a:rPr>
              <a:t> </a:t>
            </a:r>
            <a:r>
              <a:rPr lang="en-IN" sz="1500" dirty="0" smtClean="0">
                <a:latin typeface="Times New Roman"/>
                <a:cs typeface="Times New Roman"/>
              </a:rPr>
              <a:t>style</a:t>
            </a:r>
            <a:r>
              <a:rPr lang="en-IN" sz="1500" spc="-23" dirty="0" smtClean="0">
                <a:latin typeface="Times New Roman"/>
                <a:cs typeface="Times New Roman"/>
              </a:rPr>
              <a:t> </a:t>
            </a:r>
            <a:r>
              <a:rPr lang="en-IN" sz="1500" dirty="0" smtClean="0">
                <a:latin typeface="Times New Roman"/>
                <a:cs typeface="Times New Roman"/>
              </a:rPr>
              <a:t>may</a:t>
            </a:r>
            <a:r>
              <a:rPr lang="en-IN" sz="1500" spc="-20" dirty="0" smtClean="0">
                <a:latin typeface="Times New Roman"/>
                <a:cs typeface="Times New Roman"/>
              </a:rPr>
              <a:t> </a:t>
            </a:r>
            <a:r>
              <a:rPr lang="en-IN" sz="1500" dirty="0" smtClean="0">
                <a:latin typeface="Times New Roman"/>
                <a:cs typeface="Times New Roman"/>
              </a:rPr>
              <a:t>be</a:t>
            </a:r>
            <a:r>
              <a:rPr lang="en-IN" sz="1500" spc="-23" dirty="0" smtClean="0">
                <a:latin typeface="Times New Roman"/>
                <a:cs typeface="Times New Roman"/>
              </a:rPr>
              <a:t> </a:t>
            </a:r>
            <a:r>
              <a:rPr lang="en-IN" sz="1500" dirty="0" smtClean="0">
                <a:latin typeface="Times New Roman"/>
                <a:cs typeface="Times New Roman"/>
              </a:rPr>
              <a:t>used</a:t>
            </a:r>
            <a:r>
              <a:rPr lang="en-IN" sz="1500" spc="-16" dirty="0" smtClean="0">
                <a:latin typeface="Times New Roman"/>
                <a:cs typeface="Times New Roman"/>
              </a:rPr>
              <a:t> </a:t>
            </a:r>
            <a:r>
              <a:rPr lang="en-IN" sz="1500" dirty="0" smtClean="0">
                <a:latin typeface="Times New Roman"/>
                <a:cs typeface="Times New Roman"/>
              </a:rPr>
              <a:t>to</a:t>
            </a:r>
            <a:r>
              <a:rPr lang="en-IN" sz="1500" spc="-23" dirty="0" smtClean="0">
                <a:latin typeface="Times New Roman"/>
                <a:cs typeface="Times New Roman"/>
              </a:rPr>
              <a:t> </a:t>
            </a:r>
            <a:r>
              <a:rPr lang="en-IN" sz="1500" dirty="0" smtClean="0">
                <a:latin typeface="Times New Roman"/>
                <a:cs typeface="Times New Roman"/>
              </a:rPr>
              <a:t>apply</a:t>
            </a:r>
            <a:r>
              <a:rPr lang="en-IN" sz="1500" spc="-23" dirty="0" smtClean="0">
                <a:latin typeface="Times New Roman"/>
                <a:cs typeface="Times New Roman"/>
              </a:rPr>
              <a:t> </a:t>
            </a:r>
            <a:r>
              <a:rPr lang="en-IN" sz="1500" dirty="0" smtClean="0">
                <a:latin typeface="Times New Roman"/>
                <a:cs typeface="Times New Roman"/>
              </a:rPr>
              <a:t>a</a:t>
            </a:r>
            <a:r>
              <a:rPr lang="en-IN" sz="1500" spc="-27" dirty="0" smtClean="0">
                <a:latin typeface="Times New Roman"/>
                <a:cs typeface="Times New Roman"/>
              </a:rPr>
              <a:t> </a:t>
            </a:r>
            <a:r>
              <a:rPr lang="en-IN" sz="1500" dirty="0" smtClean="0">
                <a:latin typeface="Times New Roman"/>
                <a:cs typeface="Times New Roman"/>
              </a:rPr>
              <a:t>unique</a:t>
            </a:r>
            <a:r>
              <a:rPr lang="en-IN" sz="1500" spc="-23" dirty="0" smtClean="0">
                <a:latin typeface="Times New Roman"/>
                <a:cs typeface="Times New Roman"/>
              </a:rPr>
              <a:t> </a:t>
            </a:r>
            <a:r>
              <a:rPr lang="en-IN" sz="1500" dirty="0" smtClean="0">
                <a:latin typeface="Times New Roman"/>
                <a:cs typeface="Times New Roman"/>
              </a:rPr>
              <a:t>style</a:t>
            </a:r>
            <a:r>
              <a:rPr lang="en-IN" sz="1500" spc="-23" dirty="0" smtClean="0">
                <a:latin typeface="Times New Roman"/>
                <a:cs typeface="Times New Roman"/>
              </a:rPr>
              <a:t> </a:t>
            </a:r>
            <a:r>
              <a:rPr lang="en-IN" sz="1500" dirty="0" smtClean="0">
                <a:latin typeface="Times New Roman"/>
                <a:cs typeface="Times New Roman"/>
              </a:rPr>
              <a:t>for</a:t>
            </a:r>
            <a:r>
              <a:rPr lang="en-IN" sz="1500" spc="-27" dirty="0" smtClean="0">
                <a:latin typeface="Times New Roman"/>
                <a:cs typeface="Times New Roman"/>
              </a:rPr>
              <a:t> </a:t>
            </a:r>
            <a:r>
              <a:rPr lang="en-IN" sz="1500" dirty="0" smtClean="0">
                <a:latin typeface="Times New Roman"/>
                <a:cs typeface="Times New Roman"/>
              </a:rPr>
              <a:t>a</a:t>
            </a:r>
            <a:r>
              <a:rPr lang="en-IN" sz="1500" spc="-16" dirty="0" smtClean="0">
                <a:latin typeface="Times New Roman"/>
                <a:cs typeface="Times New Roman"/>
              </a:rPr>
              <a:t> </a:t>
            </a:r>
            <a:r>
              <a:rPr lang="en-IN" sz="1500" dirty="0" smtClean="0">
                <a:latin typeface="Times New Roman"/>
                <a:cs typeface="Times New Roman"/>
              </a:rPr>
              <a:t>single</a:t>
            </a:r>
            <a:r>
              <a:rPr lang="en-IN" sz="1500" spc="-23" dirty="0" smtClean="0">
                <a:latin typeface="Times New Roman"/>
                <a:cs typeface="Times New Roman"/>
              </a:rPr>
              <a:t> </a:t>
            </a:r>
            <a:r>
              <a:rPr lang="en-IN" sz="1500" spc="-8" dirty="0" smtClean="0">
                <a:latin typeface="Times New Roman"/>
                <a:cs typeface="Times New Roman"/>
              </a:rPr>
              <a:t>element. </a:t>
            </a:r>
            <a:r>
              <a:rPr lang="en-IN" sz="1500" dirty="0" smtClean="0">
                <a:latin typeface="Times New Roman"/>
                <a:cs typeface="Times New Roman"/>
              </a:rPr>
              <a:t>To</a:t>
            </a:r>
            <a:r>
              <a:rPr lang="en-IN" sz="1500" spc="-31" dirty="0" smtClean="0">
                <a:latin typeface="Times New Roman"/>
                <a:cs typeface="Times New Roman"/>
              </a:rPr>
              <a:t> </a:t>
            </a:r>
            <a:r>
              <a:rPr lang="en-IN" sz="1500" dirty="0" smtClean="0">
                <a:latin typeface="Times New Roman"/>
                <a:cs typeface="Times New Roman"/>
              </a:rPr>
              <a:t>use</a:t>
            </a:r>
            <a:r>
              <a:rPr lang="en-IN" sz="1500" spc="-27" dirty="0" smtClean="0">
                <a:latin typeface="Times New Roman"/>
                <a:cs typeface="Times New Roman"/>
              </a:rPr>
              <a:t> </a:t>
            </a:r>
            <a:r>
              <a:rPr lang="en-IN" sz="1500" dirty="0" smtClean="0">
                <a:latin typeface="Times New Roman"/>
                <a:cs typeface="Times New Roman"/>
              </a:rPr>
              <a:t>inline</a:t>
            </a:r>
            <a:r>
              <a:rPr lang="en-IN" sz="1500" spc="-27" dirty="0" smtClean="0">
                <a:latin typeface="Times New Roman"/>
                <a:cs typeface="Times New Roman"/>
              </a:rPr>
              <a:t> </a:t>
            </a:r>
            <a:r>
              <a:rPr lang="en-IN" sz="1500" dirty="0" smtClean="0">
                <a:latin typeface="Times New Roman"/>
                <a:cs typeface="Times New Roman"/>
              </a:rPr>
              <a:t>styles,</a:t>
            </a:r>
            <a:r>
              <a:rPr lang="en-IN" sz="1500" spc="-31" dirty="0" smtClean="0">
                <a:latin typeface="Times New Roman"/>
                <a:cs typeface="Times New Roman"/>
              </a:rPr>
              <a:t> </a:t>
            </a:r>
            <a:r>
              <a:rPr lang="en-IN" sz="1500" dirty="0" smtClean="0">
                <a:latin typeface="Times New Roman"/>
                <a:cs typeface="Times New Roman"/>
              </a:rPr>
              <a:t>add</a:t>
            </a:r>
            <a:r>
              <a:rPr lang="en-IN" sz="1500" spc="-20" dirty="0" smtClean="0">
                <a:latin typeface="Times New Roman"/>
                <a:cs typeface="Times New Roman"/>
              </a:rPr>
              <a:t> </a:t>
            </a:r>
            <a:r>
              <a:rPr lang="en-IN" sz="1500" dirty="0" smtClean="0">
                <a:latin typeface="Times New Roman"/>
                <a:cs typeface="Times New Roman"/>
              </a:rPr>
              <a:t>the</a:t>
            </a:r>
            <a:r>
              <a:rPr lang="en-IN" sz="1500" spc="-31" dirty="0" smtClean="0">
                <a:latin typeface="Times New Roman"/>
                <a:cs typeface="Times New Roman"/>
              </a:rPr>
              <a:t> </a:t>
            </a:r>
            <a:r>
              <a:rPr lang="en-IN" sz="1500" dirty="0" smtClean="0">
                <a:latin typeface="Times New Roman"/>
                <a:cs typeface="Times New Roman"/>
              </a:rPr>
              <a:t>style</a:t>
            </a:r>
            <a:r>
              <a:rPr lang="en-IN" sz="1500" spc="-27" dirty="0" smtClean="0">
                <a:latin typeface="Times New Roman"/>
                <a:cs typeface="Times New Roman"/>
              </a:rPr>
              <a:t> </a:t>
            </a:r>
            <a:r>
              <a:rPr lang="en-IN" sz="1500" dirty="0" smtClean="0">
                <a:latin typeface="Times New Roman"/>
                <a:cs typeface="Times New Roman"/>
              </a:rPr>
              <a:t>attribute</a:t>
            </a:r>
            <a:r>
              <a:rPr lang="en-IN" sz="1500" spc="-27" dirty="0" smtClean="0">
                <a:latin typeface="Times New Roman"/>
                <a:cs typeface="Times New Roman"/>
              </a:rPr>
              <a:t> </a:t>
            </a:r>
            <a:r>
              <a:rPr lang="en-IN" sz="1500" dirty="0" smtClean="0">
                <a:latin typeface="Times New Roman"/>
                <a:cs typeface="Times New Roman"/>
              </a:rPr>
              <a:t>to</a:t>
            </a:r>
            <a:r>
              <a:rPr lang="en-IN" sz="1500" spc="-31" dirty="0" smtClean="0">
                <a:latin typeface="Times New Roman"/>
                <a:cs typeface="Times New Roman"/>
              </a:rPr>
              <a:t> </a:t>
            </a:r>
            <a:r>
              <a:rPr lang="en-IN" sz="1500" dirty="0" smtClean="0">
                <a:latin typeface="Times New Roman"/>
                <a:cs typeface="Times New Roman"/>
              </a:rPr>
              <a:t>the</a:t>
            </a:r>
            <a:r>
              <a:rPr lang="en-IN" sz="1500" spc="-27" dirty="0" smtClean="0">
                <a:latin typeface="Times New Roman"/>
                <a:cs typeface="Times New Roman"/>
              </a:rPr>
              <a:t> </a:t>
            </a:r>
            <a:r>
              <a:rPr lang="en-IN" sz="1500" dirty="0" smtClean="0">
                <a:latin typeface="Times New Roman"/>
                <a:cs typeface="Times New Roman"/>
              </a:rPr>
              <a:t>relevant</a:t>
            </a:r>
            <a:r>
              <a:rPr lang="en-IN" sz="1500" spc="-27" dirty="0" smtClean="0">
                <a:latin typeface="Times New Roman"/>
                <a:cs typeface="Times New Roman"/>
              </a:rPr>
              <a:t> </a:t>
            </a:r>
            <a:r>
              <a:rPr lang="en-IN" sz="1500" spc="-8" dirty="0" smtClean="0">
                <a:latin typeface="Times New Roman"/>
                <a:cs typeface="Times New Roman"/>
              </a:rPr>
              <a:t>element.</a:t>
            </a:r>
            <a:endParaRPr lang="en-IN" sz="1500" dirty="0">
              <a:latin typeface="Times New Roman"/>
              <a:cs typeface="Times New Roman"/>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428610"/>
            <a:ext cx="7886700" cy="318314"/>
          </a:xfrm>
          <a:prstGeom prst="rect">
            <a:avLst/>
          </a:prstGeom>
        </p:spPr>
        <p:txBody>
          <a:bodyPr vert="horz" wrap="square" lIns="0" tIns="10436" rIns="0" bIns="0" rtlCol="0">
            <a:spAutoFit/>
          </a:bodyPr>
          <a:lstStyle/>
          <a:p>
            <a:pPr marL="9939">
              <a:lnSpc>
                <a:spcPct val="100000"/>
              </a:lnSpc>
              <a:spcBef>
                <a:spcPts val="82"/>
              </a:spcBef>
            </a:pPr>
            <a:r>
              <a:rPr sz="2000" dirty="0">
                <a:latin typeface="Times New Roman" pitchFamily="18" charset="0"/>
                <a:cs typeface="Times New Roman" pitchFamily="18" charset="0"/>
              </a:rPr>
              <a:t>2)</a:t>
            </a:r>
            <a:r>
              <a:rPr sz="2000" spc="-4" dirty="0">
                <a:latin typeface="Times New Roman" pitchFamily="18" charset="0"/>
                <a:cs typeface="Times New Roman" pitchFamily="18" charset="0"/>
              </a:rPr>
              <a:t> </a:t>
            </a:r>
            <a:r>
              <a:rPr sz="2000" dirty="0">
                <a:latin typeface="Times New Roman" pitchFamily="18" charset="0"/>
                <a:cs typeface="Times New Roman" pitchFamily="18" charset="0"/>
              </a:rPr>
              <a:t>Internal</a:t>
            </a:r>
            <a:r>
              <a:rPr sz="2000" spc="-8" dirty="0">
                <a:latin typeface="Times New Roman" pitchFamily="18" charset="0"/>
                <a:cs typeface="Times New Roman" pitchFamily="18" charset="0"/>
              </a:rPr>
              <a:t> </a:t>
            </a:r>
            <a:r>
              <a:rPr sz="2000" spc="-20" dirty="0">
                <a:latin typeface="Times New Roman" pitchFamily="18" charset="0"/>
                <a:cs typeface="Times New Roman" pitchFamily="18" charset="0"/>
              </a:rPr>
              <a:t>CSS</a:t>
            </a:r>
          </a:p>
        </p:txBody>
      </p:sp>
      <p:sp>
        <p:nvSpPr>
          <p:cNvPr id="4" name="object 4"/>
          <p:cNvSpPr txBox="1"/>
          <p:nvPr/>
        </p:nvSpPr>
        <p:spPr>
          <a:xfrm>
            <a:off x="635690" y="785800"/>
            <a:ext cx="8008276" cy="953940"/>
          </a:xfrm>
          <a:prstGeom prst="rect">
            <a:avLst/>
          </a:prstGeom>
          <a:ln>
            <a:solidFill>
              <a:schemeClr val="tx1"/>
            </a:solidFill>
          </a:ln>
        </p:spPr>
        <p:txBody>
          <a:bodyPr vert="horz" wrap="square" lIns="0" tIns="30314" rIns="0" bIns="0" rtlCol="0">
            <a:spAutoFit/>
          </a:bodyPr>
          <a:lstStyle/>
          <a:p>
            <a:pPr marL="9939">
              <a:spcBef>
                <a:spcPts val="600"/>
              </a:spcBef>
              <a:spcAft>
                <a:spcPts val="600"/>
              </a:spcAft>
              <a:buFont typeface="Wingdings" pitchFamily="2" charset="2"/>
              <a:buChar char="ü"/>
            </a:pPr>
            <a:r>
              <a:rPr sz="1300" dirty="0">
                <a:latin typeface="Times New Roman"/>
                <a:cs typeface="Times New Roman"/>
              </a:rPr>
              <a:t>The</a:t>
            </a:r>
            <a:r>
              <a:rPr sz="1300" spc="-27" dirty="0">
                <a:latin typeface="Times New Roman"/>
                <a:cs typeface="Times New Roman"/>
              </a:rPr>
              <a:t> </a:t>
            </a:r>
            <a:r>
              <a:rPr sz="1300" dirty="0">
                <a:latin typeface="Times New Roman"/>
                <a:cs typeface="Times New Roman"/>
              </a:rPr>
              <a:t>internal</a:t>
            </a:r>
            <a:r>
              <a:rPr sz="1300" spc="-23" dirty="0">
                <a:latin typeface="Times New Roman"/>
                <a:cs typeface="Times New Roman"/>
              </a:rPr>
              <a:t> </a:t>
            </a:r>
            <a:r>
              <a:rPr sz="1300" dirty="0">
                <a:latin typeface="Times New Roman"/>
                <a:cs typeface="Times New Roman"/>
              </a:rPr>
              <a:t>style</a:t>
            </a:r>
            <a:r>
              <a:rPr sz="1300" spc="-23" dirty="0">
                <a:latin typeface="Times New Roman"/>
                <a:cs typeface="Times New Roman"/>
              </a:rPr>
              <a:t> </a:t>
            </a:r>
            <a:r>
              <a:rPr sz="1300" dirty="0">
                <a:latin typeface="Times New Roman"/>
                <a:cs typeface="Times New Roman"/>
              </a:rPr>
              <a:t>sheet</a:t>
            </a:r>
            <a:r>
              <a:rPr sz="1300" spc="-27" dirty="0">
                <a:latin typeface="Times New Roman"/>
                <a:cs typeface="Times New Roman"/>
              </a:rPr>
              <a:t> </a:t>
            </a:r>
            <a:r>
              <a:rPr sz="1300" dirty="0">
                <a:latin typeface="Times New Roman"/>
                <a:cs typeface="Times New Roman"/>
              </a:rPr>
              <a:t>is</a:t>
            </a:r>
            <a:r>
              <a:rPr sz="1300" spc="-23" dirty="0">
                <a:latin typeface="Times New Roman"/>
                <a:cs typeface="Times New Roman"/>
              </a:rPr>
              <a:t> </a:t>
            </a:r>
            <a:r>
              <a:rPr sz="1300" dirty="0">
                <a:latin typeface="Times New Roman"/>
                <a:cs typeface="Times New Roman"/>
              </a:rPr>
              <a:t>used</a:t>
            </a:r>
            <a:r>
              <a:rPr sz="1300" spc="-20" dirty="0">
                <a:latin typeface="Times New Roman"/>
                <a:cs typeface="Times New Roman"/>
              </a:rPr>
              <a:t> </a:t>
            </a:r>
            <a:r>
              <a:rPr sz="1300" dirty="0">
                <a:latin typeface="Times New Roman"/>
                <a:cs typeface="Times New Roman"/>
              </a:rPr>
              <a:t>to</a:t>
            </a:r>
            <a:r>
              <a:rPr sz="1300" spc="-23" dirty="0">
                <a:latin typeface="Times New Roman"/>
                <a:cs typeface="Times New Roman"/>
              </a:rPr>
              <a:t> </a:t>
            </a:r>
            <a:r>
              <a:rPr sz="1300" dirty="0">
                <a:latin typeface="Times New Roman"/>
                <a:cs typeface="Times New Roman"/>
              </a:rPr>
              <a:t>add</a:t>
            </a:r>
            <a:r>
              <a:rPr sz="1300" spc="-23" dirty="0">
                <a:latin typeface="Times New Roman"/>
                <a:cs typeface="Times New Roman"/>
              </a:rPr>
              <a:t> </a:t>
            </a:r>
            <a:r>
              <a:rPr sz="1300" dirty="0">
                <a:latin typeface="Times New Roman"/>
                <a:cs typeface="Times New Roman"/>
              </a:rPr>
              <a:t>a</a:t>
            </a:r>
            <a:r>
              <a:rPr sz="1300" spc="-27" dirty="0">
                <a:latin typeface="Times New Roman"/>
                <a:cs typeface="Times New Roman"/>
              </a:rPr>
              <a:t> </a:t>
            </a:r>
            <a:r>
              <a:rPr sz="1300" dirty="0">
                <a:latin typeface="Times New Roman"/>
                <a:cs typeface="Times New Roman"/>
              </a:rPr>
              <a:t>unique</a:t>
            </a:r>
            <a:r>
              <a:rPr sz="1300" spc="-23" dirty="0">
                <a:latin typeface="Times New Roman"/>
                <a:cs typeface="Times New Roman"/>
              </a:rPr>
              <a:t> </a:t>
            </a:r>
            <a:r>
              <a:rPr sz="1300" dirty="0">
                <a:latin typeface="Times New Roman"/>
                <a:cs typeface="Times New Roman"/>
              </a:rPr>
              <a:t>style</a:t>
            </a:r>
            <a:r>
              <a:rPr sz="1300" spc="-23" dirty="0">
                <a:latin typeface="Times New Roman"/>
                <a:cs typeface="Times New Roman"/>
              </a:rPr>
              <a:t> </a:t>
            </a:r>
            <a:r>
              <a:rPr sz="1300" dirty="0">
                <a:latin typeface="Times New Roman"/>
                <a:cs typeface="Times New Roman"/>
              </a:rPr>
              <a:t>for</a:t>
            </a:r>
            <a:r>
              <a:rPr sz="1300" spc="-31" dirty="0">
                <a:latin typeface="Times New Roman"/>
                <a:cs typeface="Times New Roman"/>
              </a:rPr>
              <a:t> </a:t>
            </a:r>
            <a:r>
              <a:rPr sz="1300" dirty="0">
                <a:latin typeface="Times New Roman"/>
                <a:cs typeface="Times New Roman"/>
              </a:rPr>
              <a:t>a</a:t>
            </a:r>
            <a:r>
              <a:rPr sz="1300" spc="-16" dirty="0">
                <a:latin typeface="Times New Roman"/>
                <a:cs typeface="Times New Roman"/>
              </a:rPr>
              <a:t> </a:t>
            </a:r>
            <a:r>
              <a:rPr sz="1300" dirty="0">
                <a:latin typeface="Times New Roman"/>
                <a:cs typeface="Times New Roman"/>
              </a:rPr>
              <a:t>single</a:t>
            </a:r>
            <a:r>
              <a:rPr sz="1300" spc="-23" dirty="0">
                <a:latin typeface="Times New Roman"/>
                <a:cs typeface="Times New Roman"/>
              </a:rPr>
              <a:t> </a:t>
            </a:r>
            <a:r>
              <a:rPr sz="1300" spc="-8" dirty="0">
                <a:latin typeface="Times New Roman"/>
                <a:cs typeface="Times New Roman"/>
              </a:rPr>
              <a:t>document.</a:t>
            </a:r>
            <a:endParaRPr sz="1300">
              <a:latin typeface="Times New Roman"/>
              <a:cs typeface="Times New Roman"/>
            </a:endParaRPr>
          </a:p>
          <a:p>
            <a:pPr marL="9939">
              <a:spcBef>
                <a:spcPts val="600"/>
              </a:spcBef>
              <a:spcAft>
                <a:spcPts val="600"/>
              </a:spcAft>
              <a:buFont typeface="Wingdings" pitchFamily="2" charset="2"/>
              <a:buChar char="ü"/>
            </a:pPr>
            <a:r>
              <a:rPr sz="1300" dirty="0">
                <a:latin typeface="Times New Roman"/>
                <a:cs typeface="Times New Roman"/>
              </a:rPr>
              <a:t>It</a:t>
            </a:r>
            <a:r>
              <a:rPr sz="1300" spc="-23" dirty="0">
                <a:latin typeface="Times New Roman"/>
                <a:cs typeface="Times New Roman"/>
              </a:rPr>
              <a:t> </a:t>
            </a:r>
            <a:r>
              <a:rPr sz="1300" dirty="0">
                <a:latin typeface="Times New Roman"/>
                <a:cs typeface="Times New Roman"/>
              </a:rPr>
              <a:t>is</a:t>
            </a:r>
            <a:r>
              <a:rPr sz="1300" spc="-12" dirty="0">
                <a:latin typeface="Times New Roman"/>
                <a:cs typeface="Times New Roman"/>
              </a:rPr>
              <a:t> </a:t>
            </a:r>
            <a:r>
              <a:rPr sz="1400" b="1" dirty="0">
                <a:solidFill>
                  <a:srgbClr val="C00000"/>
                </a:solidFill>
                <a:latin typeface="Times New Roman"/>
                <a:cs typeface="Times New Roman"/>
              </a:rPr>
              <a:t>defined</a:t>
            </a:r>
            <a:r>
              <a:rPr sz="1400" b="1" spc="-12" dirty="0">
                <a:solidFill>
                  <a:srgbClr val="C00000"/>
                </a:solidFill>
                <a:latin typeface="Times New Roman"/>
                <a:cs typeface="Times New Roman"/>
              </a:rPr>
              <a:t> </a:t>
            </a:r>
            <a:r>
              <a:rPr sz="1400" b="1" dirty="0">
                <a:solidFill>
                  <a:srgbClr val="C00000"/>
                </a:solidFill>
                <a:latin typeface="Times New Roman"/>
                <a:cs typeface="Times New Roman"/>
              </a:rPr>
              <a:t>in</a:t>
            </a:r>
            <a:r>
              <a:rPr sz="1400" b="1" spc="-16" dirty="0">
                <a:solidFill>
                  <a:srgbClr val="C00000"/>
                </a:solidFill>
                <a:latin typeface="Times New Roman"/>
                <a:cs typeface="Times New Roman"/>
              </a:rPr>
              <a:t> </a:t>
            </a:r>
            <a:r>
              <a:rPr sz="1400" b="1" dirty="0">
                <a:solidFill>
                  <a:srgbClr val="C00000"/>
                </a:solidFill>
                <a:latin typeface="Times New Roman"/>
                <a:cs typeface="Times New Roman"/>
              </a:rPr>
              <a:t>&lt;head&gt;</a:t>
            </a:r>
            <a:r>
              <a:rPr sz="1400" b="1" spc="-8" dirty="0">
                <a:solidFill>
                  <a:srgbClr val="C00000"/>
                </a:solidFill>
                <a:latin typeface="Times New Roman"/>
                <a:cs typeface="Times New Roman"/>
              </a:rPr>
              <a:t> </a:t>
            </a:r>
            <a:r>
              <a:rPr sz="1400" b="1" dirty="0">
                <a:solidFill>
                  <a:srgbClr val="C00000"/>
                </a:solidFill>
                <a:latin typeface="Times New Roman"/>
                <a:cs typeface="Times New Roman"/>
              </a:rPr>
              <a:t>section</a:t>
            </a:r>
            <a:r>
              <a:rPr sz="1400" b="1" spc="-16" dirty="0">
                <a:solidFill>
                  <a:srgbClr val="C00000"/>
                </a:solidFill>
                <a:latin typeface="Times New Roman"/>
                <a:cs typeface="Times New Roman"/>
              </a:rPr>
              <a:t> </a:t>
            </a:r>
            <a:r>
              <a:rPr sz="1300" dirty="0">
                <a:latin typeface="Times New Roman"/>
                <a:cs typeface="Times New Roman"/>
              </a:rPr>
              <a:t>of</a:t>
            </a:r>
            <a:r>
              <a:rPr sz="1300" spc="-20" dirty="0">
                <a:latin typeface="Times New Roman"/>
                <a:cs typeface="Times New Roman"/>
              </a:rPr>
              <a:t> </a:t>
            </a:r>
            <a:r>
              <a:rPr sz="1300" dirty="0">
                <a:latin typeface="Times New Roman"/>
                <a:cs typeface="Times New Roman"/>
              </a:rPr>
              <a:t>the</a:t>
            </a:r>
            <a:r>
              <a:rPr sz="1300" spc="-16" dirty="0">
                <a:latin typeface="Times New Roman"/>
                <a:cs typeface="Times New Roman"/>
              </a:rPr>
              <a:t> </a:t>
            </a:r>
            <a:r>
              <a:rPr sz="1300" dirty="0">
                <a:latin typeface="Times New Roman"/>
                <a:cs typeface="Times New Roman"/>
              </a:rPr>
              <a:t>HTML</a:t>
            </a:r>
            <a:r>
              <a:rPr sz="1300" spc="-12" dirty="0">
                <a:latin typeface="Times New Roman"/>
                <a:cs typeface="Times New Roman"/>
              </a:rPr>
              <a:t> </a:t>
            </a:r>
            <a:r>
              <a:rPr sz="1300" dirty="0">
                <a:latin typeface="Times New Roman"/>
                <a:cs typeface="Times New Roman"/>
              </a:rPr>
              <a:t>page</a:t>
            </a:r>
            <a:r>
              <a:rPr sz="1300" spc="-8" dirty="0">
                <a:latin typeface="Times New Roman"/>
                <a:cs typeface="Times New Roman"/>
              </a:rPr>
              <a:t> </a:t>
            </a:r>
            <a:r>
              <a:rPr sz="1400" b="1" dirty="0">
                <a:solidFill>
                  <a:srgbClr val="00AFEF"/>
                </a:solidFill>
                <a:latin typeface="Times New Roman"/>
                <a:cs typeface="Times New Roman"/>
              </a:rPr>
              <a:t>inside</a:t>
            </a:r>
            <a:r>
              <a:rPr sz="1400" b="1" spc="-8" dirty="0">
                <a:solidFill>
                  <a:srgbClr val="00AFEF"/>
                </a:solidFill>
                <a:latin typeface="Times New Roman"/>
                <a:cs typeface="Times New Roman"/>
              </a:rPr>
              <a:t> </a:t>
            </a:r>
            <a:r>
              <a:rPr sz="1400" b="1" dirty="0">
                <a:solidFill>
                  <a:srgbClr val="00AFEF"/>
                </a:solidFill>
                <a:latin typeface="Times New Roman"/>
                <a:cs typeface="Times New Roman"/>
              </a:rPr>
              <a:t>the</a:t>
            </a:r>
            <a:r>
              <a:rPr sz="1400" b="1" spc="-12" dirty="0">
                <a:solidFill>
                  <a:srgbClr val="00AFEF"/>
                </a:solidFill>
                <a:latin typeface="Times New Roman"/>
                <a:cs typeface="Times New Roman"/>
              </a:rPr>
              <a:t> </a:t>
            </a:r>
            <a:r>
              <a:rPr sz="1400" b="1" dirty="0">
                <a:solidFill>
                  <a:srgbClr val="FF33CC"/>
                </a:solidFill>
                <a:latin typeface="Times New Roman"/>
                <a:cs typeface="Times New Roman"/>
              </a:rPr>
              <a:t>&lt;style&gt;</a:t>
            </a:r>
            <a:r>
              <a:rPr sz="1400" b="1" spc="-4" dirty="0">
                <a:solidFill>
                  <a:srgbClr val="FF33CC"/>
                </a:solidFill>
                <a:latin typeface="Times New Roman"/>
                <a:cs typeface="Times New Roman"/>
              </a:rPr>
              <a:t> </a:t>
            </a:r>
            <a:r>
              <a:rPr sz="1400" b="1" spc="-16" dirty="0">
                <a:solidFill>
                  <a:srgbClr val="00AFEF"/>
                </a:solidFill>
                <a:latin typeface="Times New Roman"/>
                <a:cs typeface="Times New Roman"/>
              </a:rPr>
              <a:t>tag</a:t>
            </a:r>
            <a:r>
              <a:rPr sz="1400" spc="-16" dirty="0">
                <a:latin typeface="Times New Roman"/>
                <a:cs typeface="Times New Roman"/>
              </a:rPr>
              <a:t>.</a:t>
            </a:r>
            <a:endParaRPr sz="1400">
              <a:latin typeface="Times New Roman"/>
              <a:cs typeface="Times New Roman"/>
            </a:endParaRPr>
          </a:p>
          <a:p>
            <a:pPr marL="9939">
              <a:spcBef>
                <a:spcPts val="600"/>
              </a:spcBef>
              <a:spcAft>
                <a:spcPts val="600"/>
              </a:spcAft>
              <a:buFont typeface="Wingdings" pitchFamily="2" charset="2"/>
              <a:buChar char="ü"/>
            </a:pPr>
            <a:r>
              <a:rPr sz="1300" dirty="0">
                <a:latin typeface="Times New Roman"/>
                <a:cs typeface="Times New Roman"/>
              </a:rPr>
              <a:t>Rules</a:t>
            </a:r>
            <a:r>
              <a:rPr sz="1300" spc="-31" dirty="0">
                <a:latin typeface="Times New Roman"/>
                <a:cs typeface="Times New Roman"/>
              </a:rPr>
              <a:t> </a:t>
            </a:r>
            <a:r>
              <a:rPr sz="1300" dirty="0">
                <a:latin typeface="Times New Roman"/>
                <a:cs typeface="Times New Roman"/>
              </a:rPr>
              <a:t>defined</a:t>
            </a:r>
            <a:r>
              <a:rPr sz="1300" spc="-20" dirty="0">
                <a:latin typeface="Times New Roman"/>
                <a:cs typeface="Times New Roman"/>
              </a:rPr>
              <a:t> </a:t>
            </a:r>
            <a:r>
              <a:rPr sz="1300" dirty="0">
                <a:latin typeface="Times New Roman"/>
                <a:cs typeface="Times New Roman"/>
              </a:rPr>
              <a:t>using</a:t>
            </a:r>
            <a:r>
              <a:rPr sz="1300" spc="-23" dirty="0">
                <a:latin typeface="Times New Roman"/>
                <a:cs typeface="Times New Roman"/>
              </a:rPr>
              <a:t> </a:t>
            </a:r>
            <a:r>
              <a:rPr sz="1300" dirty="0">
                <a:latin typeface="Times New Roman"/>
                <a:cs typeface="Times New Roman"/>
              </a:rPr>
              <a:t>this</a:t>
            </a:r>
            <a:r>
              <a:rPr sz="1300" spc="-27" dirty="0">
                <a:latin typeface="Times New Roman"/>
                <a:cs typeface="Times New Roman"/>
              </a:rPr>
              <a:t> </a:t>
            </a:r>
            <a:r>
              <a:rPr sz="1300" dirty="0">
                <a:latin typeface="Times New Roman"/>
                <a:cs typeface="Times New Roman"/>
              </a:rPr>
              <a:t>syntax</a:t>
            </a:r>
            <a:r>
              <a:rPr sz="1300" spc="-23" dirty="0">
                <a:latin typeface="Times New Roman"/>
                <a:cs typeface="Times New Roman"/>
              </a:rPr>
              <a:t> </a:t>
            </a:r>
            <a:r>
              <a:rPr sz="1300" dirty="0">
                <a:latin typeface="Times New Roman"/>
                <a:cs typeface="Times New Roman"/>
              </a:rPr>
              <a:t>will</a:t>
            </a:r>
            <a:r>
              <a:rPr sz="1300" spc="-31" dirty="0">
                <a:latin typeface="Times New Roman"/>
                <a:cs typeface="Times New Roman"/>
              </a:rPr>
              <a:t> </a:t>
            </a:r>
            <a:r>
              <a:rPr sz="1300" dirty="0">
                <a:latin typeface="Times New Roman"/>
                <a:cs typeface="Times New Roman"/>
              </a:rPr>
              <a:t>be</a:t>
            </a:r>
            <a:r>
              <a:rPr sz="1300" spc="-27" dirty="0">
                <a:latin typeface="Times New Roman"/>
                <a:cs typeface="Times New Roman"/>
              </a:rPr>
              <a:t> </a:t>
            </a:r>
            <a:r>
              <a:rPr sz="1300" dirty="0">
                <a:latin typeface="Times New Roman"/>
                <a:cs typeface="Times New Roman"/>
              </a:rPr>
              <a:t>applied</a:t>
            </a:r>
            <a:r>
              <a:rPr sz="1300" spc="-27" dirty="0">
                <a:latin typeface="Times New Roman"/>
                <a:cs typeface="Times New Roman"/>
              </a:rPr>
              <a:t> </a:t>
            </a:r>
            <a:r>
              <a:rPr sz="1300" dirty="0">
                <a:latin typeface="Times New Roman"/>
                <a:cs typeface="Times New Roman"/>
              </a:rPr>
              <a:t>to</a:t>
            </a:r>
            <a:r>
              <a:rPr sz="1300" spc="-27" dirty="0">
                <a:latin typeface="Times New Roman"/>
                <a:cs typeface="Times New Roman"/>
              </a:rPr>
              <a:t> </a:t>
            </a:r>
            <a:r>
              <a:rPr sz="1300" dirty="0">
                <a:latin typeface="Times New Roman"/>
                <a:cs typeface="Times New Roman"/>
              </a:rPr>
              <a:t>all</a:t>
            </a:r>
            <a:r>
              <a:rPr sz="1300" spc="-27"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elements</a:t>
            </a:r>
            <a:r>
              <a:rPr sz="1300" spc="-27" dirty="0">
                <a:latin typeface="Times New Roman"/>
                <a:cs typeface="Times New Roman"/>
              </a:rPr>
              <a:t> </a:t>
            </a:r>
            <a:r>
              <a:rPr sz="1300" dirty="0">
                <a:latin typeface="Times New Roman"/>
                <a:cs typeface="Times New Roman"/>
              </a:rPr>
              <a:t>available</a:t>
            </a:r>
            <a:r>
              <a:rPr sz="1300" spc="-20" dirty="0">
                <a:latin typeface="Times New Roman"/>
                <a:cs typeface="Times New Roman"/>
              </a:rPr>
              <a:t> </a:t>
            </a:r>
            <a:r>
              <a:rPr sz="1300" dirty="0">
                <a:latin typeface="Times New Roman"/>
                <a:cs typeface="Times New Roman"/>
              </a:rPr>
              <a:t>in</a:t>
            </a:r>
            <a:r>
              <a:rPr sz="1300" spc="-23" dirty="0">
                <a:latin typeface="Times New Roman"/>
                <a:cs typeface="Times New Roman"/>
              </a:rPr>
              <a:t> </a:t>
            </a:r>
            <a:r>
              <a:rPr sz="1300" dirty="0">
                <a:latin typeface="Times New Roman"/>
                <a:cs typeface="Times New Roman"/>
              </a:rPr>
              <a:t>the</a:t>
            </a:r>
            <a:r>
              <a:rPr sz="1300" spc="-31" dirty="0">
                <a:latin typeface="Times New Roman"/>
                <a:cs typeface="Times New Roman"/>
              </a:rPr>
              <a:t> </a:t>
            </a:r>
            <a:r>
              <a:rPr sz="1300" spc="-8" dirty="0">
                <a:latin typeface="Times New Roman"/>
                <a:cs typeface="Times New Roman"/>
              </a:rPr>
              <a:t>document.</a:t>
            </a:r>
            <a:endParaRPr sz="1300">
              <a:latin typeface="Times New Roman"/>
              <a:cs typeface="Times New Roman"/>
            </a:endParaRPr>
          </a:p>
        </p:txBody>
      </p:sp>
      <p:sp>
        <p:nvSpPr>
          <p:cNvPr id="7" name="object 7"/>
          <p:cNvSpPr txBox="1"/>
          <p:nvPr/>
        </p:nvSpPr>
        <p:spPr>
          <a:xfrm>
            <a:off x="1718573" y="1714494"/>
            <a:ext cx="5856178" cy="3374669"/>
          </a:xfrm>
          <a:prstGeom prst="rect">
            <a:avLst/>
          </a:prstGeom>
          <a:solidFill>
            <a:srgbClr val="000000"/>
          </a:solidFill>
          <a:ln w="6350">
            <a:solidFill>
              <a:srgbClr val="000000"/>
            </a:solidFill>
          </a:ln>
        </p:spPr>
        <p:txBody>
          <a:bodyPr vert="horz" wrap="square" lIns="0" tIns="27332" rIns="0" bIns="0" rtlCol="0">
            <a:spAutoFit/>
          </a:bodyPr>
          <a:lstStyle/>
          <a:p>
            <a:pPr marL="285250">
              <a:lnSpc>
                <a:spcPts val="1475"/>
              </a:lnSpc>
              <a:spcBef>
                <a:spcPts val="215"/>
              </a:spcBef>
            </a:pPr>
            <a:r>
              <a:rPr sz="1300" dirty="0">
                <a:solidFill>
                  <a:srgbClr val="FFFFFF"/>
                </a:solidFill>
                <a:latin typeface="Times New Roman"/>
                <a:cs typeface="Times New Roman"/>
              </a:rPr>
              <a:t>&lt;!DOCTYPE</a:t>
            </a:r>
            <a:r>
              <a:rPr sz="1300" spc="4" dirty="0">
                <a:solidFill>
                  <a:srgbClr val="FFFFFF"/>
                </a:solidFill>
                <a:latin typeface="Times New Roman"/>
                <a:cs typeface="Times New Roman"/>
              </a:rPr>
              <a:t> </a:t>
            </a:r>
            <a:r>
              <a:rPr sz="1300" spc="-8" dirty="0">
                <a:solidFill>
                  <a:srgbClr val="FFFFFF"/>
                </a:solidFill>
                <a:latin typeface="Times New Roman"/>
                <a:cs typeface="Times New Roman"/>
              </a:rPr>
              <a:t>html&gt;</a:t>
            </a:r>
            <a:endParaRPr sz="1300">
              <a:latin typeface="Times New Roman"/>
              <a:cs typeface="Times New Roman"/>
            </a:endParaRPr>
          </a:p>
          <a:p>
            <a:pPr marL="285250">
              <a:lnSpc>
                <a:spcPts val="1439"/>
              </a:lnSpc>
            </a:pPr>
            <a:r>
              <a:rPr sz="1300" spc="-8" dirty="0">
                <a:solidFill>
                  <a:srgbClr val="FFFFFF"/>
                </a:solidFill>
                <a:latin typeface="Times New Roman"/>
                <a:cs typeface="Times New Roman"/>
              </a:rPr>
              <a:t>&lt;html&gt;</a:t>
            </a:r>
            <a:endParaRPr sz="1300">
              <a:latin typeface="Times New Roman"/>
              <a:cs typeface="Times New Roman"/>
            </a:endParaRPr>
          </a:p>
          <a:p>
            <a:pPr marL="285250">
              <a:lnSpc>
                <a:spcPts val="1432"/>
              </a:lnSpc>
            </a:pPr>
            <a:r>
              <a:rPr sz="1300" spc="-8" dirty="0">
                <a:solidFill>
                  <a:srgbClr val="FFFFFF"/>
                </a:solidFill>
                <a:latin typeface="Times New Roman"/>
                <a:cs typeface="Times New Roman"/>
              </a:rPr>
              <a:t>&lt;head&gt;</a:t>
            </a:r>
            <a:endParaRPr sz="1300">
              <a:latin typeface="Times New Roman"/>
              <a:cs typeface="Times New Roman"/>
            </a:endParaRPr>
          </a:p>
          <a:p>
            <a:pPr marL="483533">
              <a:lnSpc>
                <a:spcPts val="1624"/>
              </a:lnSpc>
            </a:pPr>
            <a:r>
              <a:rPr sz="1400" spc="-8" dirty="0">
                <a:solidFill>
                  <a:srgbClr val="FF33CC"/>
                </a:solidFill>
                <a:latin typeface="Times New Roman"/>
                <a:cs typeface="Times New Roman"/>
              </a:rPr>
              <a:t>&lt;style&gt;</a:t>
            </a:r>
            <a:endParaRPr sz="1400">
              <a:latin typeface="Times New Roman"/>
              <a:cs typeface="Times New Roman"/>
            </a:endParaRPr>
          </a:p>
          <a:p>
            <a:pPr marL="689768" marR="2316786">
              <a:lnSpc>
                <a:spcPts val="1612"/>
              </a:lnSpc>
              <a:spcBef>
                <a:spcPts val="86"/>
              </a:spcBef>
            </a:pPr>
            <a:r>
              <a:rPr sz="1400" dirty="0">
                <a:solidFill>
                  <a:srgbClr val="FFFFFF"/>
                </a:solidFill>
                <a:latin typeface="Times New Roman"/>
                <a:cs typeface="Times New Roman"/>
              </a:rPr>
              <a:t>body</a:t>
            </a:r>
            <a:r>
              <a:rPr sz="1400" spc="-12" dirty="0">
                <a:solidFill>
                  <a:srgbClr val="FFFFFF"/>
                </a:solidFill>
                <a:latin typeface="Times New Roman"/>
                <a:cs typeface="Times New Roman"/>
              </a:rPr>
              <a:t> </a:t>
            </a:r>
            <a:r>
              <a:rPr sz="1400" spc="-8" dirty="0">
                <a:solidFill>
                  <a:srgbClr val="FFFFFF"/>
                </a:solidFill>
                <a:latin typeface="Times New Roman"/>
                <a:cs typeface="Times New Roman"/>
              </a:rPr>
              <a:t>{background-</a:t>
            </a:r>
            <a:r>
              <a:rPr sz="1400" dirty="0">
                <a:solidFill>
                  <a:srgbClr val="FFFFFF"/>
                </a:solidFill>
                <a:latin typeface="Times New Roman"/>
                <a:cs typeface="Times New Roman"/>
              </a:rPr>
              <a:t>color:</a:t>
            </a:r>
            <a:r>
              <a:rPr sz="1400" spc="-8" dirty="0">
                <a:solidFill>
                  <a:srgbClr val="FFFFFF"/>
                </a:solidFill>
                <a:latin typeface="Times New Roman"/>
                <a:cs typeface="Times New Roman"/>
              </a:rPr>
              <a:t> linen;} </a:t>
            </a:r>
            <a:r>
              <a:rPr sz="1400" dirty="0">
                <a:solidFill>
                  <a:srgbClr val="FFFFFF"/>
                </a:solidFill>
                <a:latin typeface="Times New Roman"/>
                <a:cs typeface="Times New Roman"/>
              </a:rPr>
              <a:t>h1</a:t>
            </a:r>
            <a:r>
              <a:rPr sz="1400" spc="-8" dirty="0">
                <a:solidFill>
                  <a:srgbClr val="FFFFFF"/>
                </a:solidFill>
                <a:latin typeface="Times New Roman"/>
                <a:cs typeface="Times New Roman"/>
              </a:rPr>
              <a:t> </a:t>
            </a:r>
            <a:r>
              <a:rPr sz="1400" spc="-47" dirty="0">
                <a:solidFill>
                  <a:srgbClr val="FFFFFF"/>
                </a:solidFill>
                <a:latin typeface="Times New Roman"/>
                <a:cs typeface="Times New Roman"/>
              </a:rPr>
              <a:t>{</a:t>
            </a:r>
            <a:endParaRPr sz="1400">
              <a:latin typeface="Times New Roman"/>
              <a:cs typeface="Times New Roman"/>
            </a:endParaRPr>
          </a:p>
          <a:p>
            <a:pPr marL="956631" marR="3089544">
              <a:lnSpc>
                <a:spcPts val="1612"/>
              </a:lnSpc>
              <a:spcBef>
                <a:spcPts val="16"/>
              </a:spcBef>
            </a:pPr>
            <a:r>
              <a:rPr sz="1400" dirty="0">
                <a:solidFill>
                  <a:srgbClr val="FFFFFF"/>
                </a:solidFill>
                <a:latin typeface="Times New Roman"/>
                <a:cs typeface="Times New Roman"/>
              </a:rPr>
              <a:t>color:</a:t>
            </a:r>
            <a:r>
              <a:rPr sz="1400" spc="-39" dirty="0">
                <a:solidFill>
                  <a:srgbClr val="FFFFFF"/>
                </a:solidFill>
                <a:latin typeface="Times New Roman"/>
                <a:cs typeface="Times New Roman"/>
              </a:rPr>
              <a:t> </a:t>
            </a:r>
            <a:r>
              <a:rPr sz="1400" spc="-8" dirty="0">
                <a:solidFill>
                  <a:srgbClr val="FFFFFF"/>
                </a:solidFill>
                <a:latin typeface="Times New Roman"/>
                <a:cs typeface="Times New Roman"/>
              </a:rPr>
              <a:t>maroon; margin-</a:t>
            </a:r>
            <a:r>
              <a:rPr sz="1400" dirty="0">
                <a:solidFill>
                  <a:srgbClr val="FFFFFF"/>
                </a:solidFill>
                <a:latin typeface="Times New Roman"/>
                <a:cs typeface="Times New Roman"/>
              </a:rPr>
              <a:t>left:</a:t>
            </a:r>
            <a:r>
              <a:rPr sz="1400" spc="-12" dirty="0">
                <a:solidFill>
                  <a:srgbClr val="FFFFFF"/>
                </a:solidFill>
                <a:latin typeface="Times New Roman"/>
                <a:cs typeface="Times New Roman"/>
              </a:rPr>
              <a:t> </a:t>
            </a:r>
            <a:r>
              <a:rPr sz="1400" spc="-8" dirty="0">
                <a:solidFill>
                  <a:srgbClr val="FFFFFF"/>
                </a:solidFill>
                <a:latin typeface="Times New Roman"/>
                <a:cs typeface="Times New Roman"/>
              </a:rPr>
              <a:t>40px;</a:t>
            </a:r>
            <a:endParaRPr sz="1400">
              <a:latin typeface="Times New Roman"/>
              <a:cs typeface="Times New Roman"/>
            </a:endParaRPr>
          </a:p>
          <a:p>
            <a:pPr marL="912899">
              <a:lnSpc>
                <a:spcPts val="1550"/>
              </a:lnSpc>
            </a:pPr>
            <a:r>
              <a:rPr sz="1400" spc="-39" dirty="0">
                <a:solidFill>
                  <a:srgbClr val="FFFFFF"/>
                </a:solidFill>
                <a:latin typeface="Times New Roman"/>
                <a:cs typeface="Times New Roman"/>
              </a:rPr>
              <a:t>}</a:t>
            </a:r>
            <a:endParaRPr sz="1400">
              <a:latin typeface="Times New Roman"/>
              <a:cs typeface="Times New Roman"/>
            </a:endParaRPr>
          </a:p>
          <a:p>
            <a:pPr marL="465146">
              <a:lnSpc>
                <a:spcPts val="1624"/>
              </a:lnSpc>
            </a:pPr>
            <a:r>
              <a:rPr sz="1400" spc="-8" dirty="0">
                <a:solidFill>
                  <a:srgbClr val="FF33CC"/>
                </a:solidFill>
                <a:latin typeface="Times New Roman"/>
                <a:cs typeface="Times New Roman"/>
              </a:rPr>
              <a:t>&lt;/style&gt;</a:t>
            </a:r>
            <a:endParaRPr sz="1400">
              <a:latin typeface="Times New Roman"/>
              <a:cs typeface="Times New Roman"/>
            </a:endParaRPr>
          </a:p>
          <a:p>
            <a:pPr marL="285250">
              <a:lnSpc>
                <a:spcPts val="1439"/>
              </a:lnSpc>
            </a:pPr>
            <a:r>
              <a:rPr sz="1300" spc="-8" dirty="0">
                <a:solidFill>
                  <a:srgbClr val="FFFFFF"/>
                </a:solidFill>
                <a:latin typeface="Times New Roman"/>
                <a:cs typeface="Times New Roman"/>
              </a:rPr>
              <a:t>&lt;/head&gt;</a:t>
            </a:r>
            <a:endParaRPr sz="1300">
              <a:latin typeface="Times New Roman"/>
              <a:cs typeface="Times New Roman"/>
            </a:endParaRPr>
          </a:p>
          <a:p>
            <a:pPr marL="483533">
              <a:lnSpc>
                <a:spcPts val="1471"/>
              </a:lnSpc>
            </a:pPr>
            <a:r>
              <a:rPr sz="1300" spc="-8" dirty="0">
                <a:solidFill>
                  <a:srgbClr val="FFFFFF"/>
                </a:solidFill>
                <a:latin typeface="Times New Roman"/>
                <a:cs typeface="Times New Roman"/>
              </a:rPr>
              <a:t>&lt;body&gt;</a:t>
            </a:r>
            <a:endParaRPr sz="1300">
              <a:latin typeface="Times New Roman"/>
              <a:cs typeface="Times New Roman"/>
            </a:endParaRPr>
          </a:p>
          <a:p>
            <a:pPr marL="682314">
              <a:lnSpc>
                <a:spcPts val="1471"/>
              </a:lnSpc>
              <a:spcBef>
                <a:spcPts val="1381"/>
              </a:spcBef>
            </a:pPr>
            <a:r>
              <a:rPr sz="1300" dirty="0">
                <a:solidFill>
                  <a:srgbClr val="FFFF00"/>
                </a:solidFill>
                <a:latin typeface="Times New Roman"/>
                <a:cs typeface="Times New Roman"/>
              </a:rPr>
              <a:t>&lt;h1&gt;This</a:t>
            </a:r>
            <a:r>
              <a:rPr sz="1300" spc="-23" dirty="0">
                <a:solidFill>
                  <a:srgbClr val="FFFF00"/>
                </a:solidFill>
                <a:latin typeface="Times New Roman"/>
                <a:cs typeface="Times New Roman"/>
              </a:rPr>
              <a:t> </a:t>
            </a:r>
            <a:r>
              <a:rPr sz="1300" dirty="0">
                <a:solidFill>
                  <a:srgbClr val="FFFF00"/>
                </a:solidFill>
                <a:latin typeface="Times New Roman"/>
                <a:cs typeface="Times New Roman"/>
              </a:rPr>
              <a:t>is</a:t>
            </a:r>
            <a:r>
              <a:rPr sz="1300" spc="-16" dirty="0">
                <a:solidFill>
                  <a:srgbClr val="FFFF00"/>
                </a:solidFill>
                <a:latin typeface="Times New Roman"/>
                <a:cs typeface="Times New Roman"/>
              </a:rPr>
              <a:t> </a:t>
            </a:r>
            <a:r>
              <a:rPr sz="1300" dirty="0">
                <a:solidFill>
                  <a:srgbClr val="FFFF00"/>
                </a:solidFill>
                <a:latin typeface="Times New Roman"/>
                <a:cs typeface="Times New Roman"/>
              </a:rPr>
              <a:t>a</a:t>
            </a:r>
            <a:r>
              <a:rPr sz="1300" spc="-27" dirty="0">
                <a:solidFill>
                  <a:srgbClr val="FFFF00"/>
                </a:solidFill>
                <a:latin typeface="Times New Roman"/>
                <a:cs typeface="Times New Roman"/>
              </a:rPr>
              <a:t> </a:t>
            </a:r>
            <a:r>
              <a:rPr sz="1300" spc="-8" dirty="0">
                <a:solidFill>
                  <a:srgbClr val="FFFF00"/>
                </a:solidFill>
                <a:latin typeface="Times New Roman"/>
                <a:cs typeface="Times New Roman"/>
              </a:rPr>
              <a:t>heading&lt;/h1&gt;</a:t>
            </a:r>
            <a:endParaRPr sz="1300">
              <a:latin typeface="Times New Roman"/>
              <a:cs typeface="Times New Roman"/>
            </a:endParaRPr>
          </a:p>
          <a:p>
            <a:pPr marL="682314">
              <a:lnSpc>
                <a:spcPts val="1471"/>
              </a:lnSpc>
            </a:pPr>
            <a:r>
              <a:rPr sz="1300" dirty="0">
                <a:solidFill>
                  <a:srgbClr val="FFFF00"/>
                </a:solidFill>
                <a:latin typeface="Times New Roman"/>
                <a:cs typeface="Times New Roman"/>
              </a:rPr>
              <a:t>&lt;p&gt;This</a:t>
            </a:r>
            <a:r>
              <a:rPr sz="1300" spc="-20" dirty="0">
                <a:solidFill>
                  <a:srgbClr val="FFFF00"/>
                </a:solidFill>
                <a:latin typeface="Times New Roman"/>
                <a:cs typeface="Times New Roman"/>
              </a:rPr>
              <a:t> </a:t>
            </a:r>
            <a:r>
              <a:rPr sz="1300" dirty="0">
                <a:solidFill>
                  <a:srgbClr val="FFFF00"/>
                </a:solidFill>
                <a:latin typeface="Times New Roman"/>
                <a:cs typeface="Times New Roman"/>
              </a:rPr>
              <a:t>is</a:t>
            </a:r>
            <a:r>
              <a:rPr sz="1300" spc="-23" dirty="0">
                <a:solidFill>
                  <a:srgbClr val="FFFF00"/>
                </a:solidFill>
                <a:latin typeface="Times New Roman"/>
                <a:cs typeface="Times New Roman"/>
              </a:rPr>
              <a:t> </a:t>
            </a:r>
            <a:r>
              <a:rPr sz="1300" dirty="0">
                <a:solidFill>
                  <a:srgbClr val="FFFF00"/>
                </a:solidFill>
                <a:latin typeface="Times New Roman"/>
                <a:cs typeface="Times New Roman"/>
              </a:rPr>
              <a:t>a</a:t>
            </a:r>
            <a:r>
              <a:rPr sz="1300" spc="-16" dirty="0">
                <a:solidFill>
                  <a:srgbClr val="FFFF00"/>
                </a:solidFill>
                <a:latin typeface="Times New Roman"/>
                <a:cs typeface="Times New Roman"/>
              </a:rPr>
              <a:t> </a:t>
            </a:r>
            <a:r>
              <a:rPr sz="1300" spc="-8" dirty="0">
                <a:solidFill>
                  <a:srgbClr val="FFFF00"/>
                </a:solidFill>
                <a:latin typeface="Times New Roman"/>
                <a:cs typeface="Times New Roman"/>
              </a:rPr>
              <a:t>paragraph.&lt;/p&gt;</a:t>
            </a:r>
            <a:endParaRPr sz="1300">
              <a:latin typeface="Times New Roman"/>
              <a:cs typeface="Times New Roman"/>
            </a:endParaRPr>
          </a:p>
          <a:p>
            <a:pPr marL="443777">
              <a:lnSpc>
                <a:spcPts val="1471"/>
              </a:lnSpc>
              <a:spcBef>
                <a:spcPts val="1377"/>
              </a:spcBef>
            </a:pPr>
            <a:r>
              <a:rPr sz="1300" spc="-8" dirty="0">
                <a:solidFill>
                  <a:srgbClr val="FFFFFF"/>
                </a:solidFill>
                <a:latin typeface="Times New Roman"/>
                <a:cs typeface="Times New Roman"/>
              </a:rPr>
              <a:t>&lt;/body&gt;</a:t>
            </a:r>
            <a:endParaRPr sz="1300">
              <a:latin typeface="Times New Roman"/>
              <a:cs typeface="Times New Roman"/>
            </a:endParaRPr>
          </a:p>
          <a:p>
            <a:pPr marL="286244">
              <a:lnSpc>
                <a:spcPts val="1471"/>
              </a:lnSpc>
            </a:pPr>
            <a:r>
              <a:rPr sz="1300" spc="-8" dirty="0">
                <a:solidFill>
                  <a:srgbClr val="FFFFFF"/>
                </a:solidFill>
                <a:latin typeface="Times New Roman"/>
                <a:cs typeface="Times New Roman"/>
              </a:rPr>
              <a:t>&lt;/html&gt;</a:t>
            </a:r>
            <a:endParaRPr sz="1300">
              <a:latin typeface="Times New Roman"/>
              <a:cs typeface="Times New Roman"/>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538924"/>
            <a:ext cx="7886700" cy="318314"/>
          </a:xfrm>
          <a:prstGeom prst="rect">
            <a:avLst/>
          </a:prstGeom>
        </p:spPr>
        <p:txBody>
          <a:bodyPr vert="horz" wrap="square" lIns="0" tIns="10436" rIns="0" bIns="0" rtlCol="0">
            <a:spAutoFit/>
          </a:bodyPr>
          <a:lstStyle/>
          <a:p>
            <a:pPr marL="9939">
              <a:lnSpc>
                <a:spcPct val="100000"/>
              </a:lnSpc>
              <a:spcBef>
                <a:spcPts val="82"/>
              </a:spcBef>
            </a:pPr>
            <a:r>
              <a:rPr sz="2000" dirty="0">
                <a:latin typeface="Times New Roman" pitchFamily="18" charset="0"/>
                <a:cs typeface="Times New Roman" pitchFamily="18" charset="0"/>
              </a:rPr>
              <a:t>3)</a:t>
            </a:r>
            <a:r>
              <a:rPr sz="2000" spc="-8" dirty="0">
                <a:latin typeface="Times New Roman" pitchFamily="18" charset="0"/>
                <a:cs typeface="Times New Roman" pitchFamily="18" charset="0"/>
              </a:rPr>
              <a:t> </a:t>
            </a:r>
            <a:r>
              <a:rPr sz="2000" dirty="0">
                <a:latin typeface="Times New Roman" pitchFamily="18" charset="0"/>
                <a:cs typeface="Times New Roman" pitchFamily="18" charset="0"/>
              </a:rPr>
              <a:t>External</a:t>
            </a:r>
            <a:r>
              <a:rPr sz="2000" spc="-23" dirty="0">
                <a:latin typeface="Times New Roman" pitchFamily="18" charset="0"/>
                <a:cs typeface="Times New Roman" pitchFamily="18" charset="0"/>
              </a:rPr>
              <a:t> </a:t>
            </a:r>
            <a:r>
              <a:rPr sz="2000" spc="-20" dirty="0">
                <a:latin typeface="Times New Roman" pitchFamily="18" charset="0"/>
                <a:cs typeface="Times New Roman" pitchFamily="18" charset="0"/>
              </a:rPr>
              <a:t>CSS</a:t>
            </a:r>
          </a:p>
        </p:txBody>
      </p:sp>
      <p:sp>
        <p:nvSpPr>
          <p:cNvPr id="4" name="object 4"/>
          <p:cNvSpPr txBox="1"/>
          <p:nvPr/>
        </p:nvSpPr>
        <p:spPr>
          <a:xfrm>
            <a:off x="357158" y="1309930"/>
            <a:ext cx="8215370" cy="883642"/>
          </a:xfrm>
          <a:prstGeom prst="rect">
            <a:avLst/>
          </a:prstGeom>
          <a:ln>
            <a:solidFill>
              <a:schemeClr val="tx2"/>
            </a:solidFill>
          </a:ln>
        </p:spPr>
        <p:txBody>
          <a:bodyPr vert="horz" wrap="square" lIns="0" tIns="19878" rIns="0" bIns="0" rtlCol="0">
            <a:spAutoFit/>
          </a:bodyPr>
          <a:lstStyle/>
          <a:p>
            <a:pPr marL="176213" marR="39756" indent="-166688">
              <a:lnSpc>
                <a:spcPct val="95300"/>
              </a:lnSpc>
              <a:spcBef>
                <a:spcPts val="157"/>
              </a:spcBef>
              <a:buFont typeface="Wingdings" pitchFamily="2" charset="2"/>
              <a:buChar char="ü"/>
            </a:pPr>
            <a:r>
              <a:rPr sz="1300" dirty="0">
                <a:latin typeface="Times New Roman"/>
                <a:cs typeface="Times New Roman"/>
              </a:rPr>
              <a:t>The</a:t>
            </a:r>
            <a:r>
              <a:rPr sz="1300" spc="-31" dirty="0">
                <a:latin typeface="Times New Roman"/>
                <a:cs typeface="Times New Roman"/>
              </a:rPr>
              <a:t> </a:t>
            </a:r>
            <a:r>
              <a:rPr sz="1400" b="1" dirty="0">
                <a:solidFill>
                  <a:srgbClr val="00AF50"/>
                </a:solidFill>
                <a:latin typeface="Times New Roman"/>
                <a:cs typeface="Times New Roman"/>
              </a:rPr>
              <a:t>&lt;link&gt;</a:t>
            </a:r>
            <a:r>
              <a:rPr sz="1400" b="1" spc="-20" dirty="0">
                <a:solidFill>
                  <a:srgbClr val="00AF50"/>
                </a:solidFill>
                <a:latin typeface="Times New Roman"/>
                <a:cs typeface="Times New Roman"/>
              </a:rPr>
              <a:t> </a:t>
            </a:r>
            <a:r>
              <a:rPr sz="1300" dirty="0">
                <a:latin typeface="Times New Roman"/>
                <a:cs typeface="Times New Roman"/>
              </a:rPr>
              <a:t>element</a:t>
            </a:r>
            <a:r>
              <a:rPr sz="1300" spc="-31" dirty="0">
                <a:latin typeface="Times New Roman"/>
                <a:cs typeface="Times New Roman"/>
              </a:rPr>
              <a:t> </a:t>
            </a:r>
            <a:r>
              <a:rPr sz="1300" dirty="0">
                <a:latin typeface="Times New Roman"/>
                <a:cs typeface="Times New Roman"/>
              </a:rPr>
              <a:t>can</a:t>
            </a:r>
            <a:r>
              <a:rPr sz="1300" spc="-27" dirty="0">
                <a:latin typeface="Times New Roman"/>
                <a:cs typeface="Times New Roman"/>
              </a:rPr>
              <a:t> </a:t>
            </a:r>
            <a:r>
              <a:rPr sz="1300" dirty="0">
                <a:latin typeface="Times New Roman"/>
                <a:cs typeface="Times New Roman"/>
              </a:rPr>
              <a:t>be</a:t>
            </a:r>
            <a:r>
              <a:rPr sz="1300" spc="-27" dirty="0">
                <a:latin typeface="Times New Roman"/>
                <a:cs typeface="Times New Roman"/>
              </a:rPr>
              <a:t> </a:t>
            </a:r>
            <a:r>
              <a:rPr sz="1300" dirty="0">
                <a:latin typeface="Times New Roman"/>
                <a:cs typeface="Times New Roman"/>
              </a:rPr>
              <a:t>used</a:t>
            </a:r>
            <a:r>
              <a:rPr sz="1300" spc="-23" dirty="0">
                <a:latin typeface="Times New Roman"/>
                <a:cs typeface="Times New Roman"/>
              </a:rPr>
              <a:t> </a:t>
            </a:r>
            <a:r>
              <a:rPr sz="1300" dirty="0">
                <a:latin typeface="Times New Roman"/>
                <a:cs typeface="Times New Roman"/>
              </a:rPr>
              <a:t>to</a:t>
            </a:r>
            <a:r>
              <a:rPr sz="1300" spc="-27" dirty="0">
                <a:latin typeface="Times New Roman"/>
                <a:cs typeface="Times New Roman"/>
              </a:rPr>
              <a:t> </a:t>
            </a:r>
            <a:r>
              <a:rPr sz="1300" dirty="0">
                <a:latin typeface="Times New Roman"/>
                <a:cs typeface="Times New Roman"/>
              </a:rPr>
              <a:t>include</a:t>
            </a:r>
            <a:r>
              <a:rPr sz="1300" spc="-27" dirty="0">
                <a:latin typeface="Times New Roman"/>
                <a:cs typeface="Times New Roman"/>
              </a:rPr>
              <a:t> </a:t>
            </a:r>
            <a:r>
              <a:rPr sz="1300" dirty="0">
                <a:latin typeface="Times New Roman"/>
                <a:cs typeface="Times New Roman"/>
              </a:rPr>
              <a:t>an</a:t>
            </a:r>
            <a:r>
              <a:rPr sz="1300" spc="-27" dirty="0">
                <a:latin typeface="Times New Roman"/>
                <a:cs typeface="Times New Roman"/>
              </a:rPr>
              <a:t> </a:t>
            </a:r>
            <a:r>
              <a:rPr sz="1300" dirty="0">
                <a:latin typeface="Times New Roman"/>
                <a:cs typeface="Times New Roman"/>
              </a:rPr>
              <a:t>external</a:t>
            </a:r>
            <a:r>
              <a:rPr sz="1300" spc="-20" dirty="0">
                <a:latin typeface="Times New Roman"/>
                <a:cs typeface="Times New Roman"/>
              </a:rPr>
              <a:t> </a:t>
            </a:r>
            <a:r>
              <a:rPr sz="1300" dirty="0">
                <a:latin typeface="Times New Roman"/>
                <a:cs typeface="Times New Roman"/>
              </a:rPr>
              <a:t>stylesheet</a:t>
            </a:r>
            <a:r>
              <a:rPr sz="1300" spc="-27" dirty="0">
                <a:latin typeface="Times New Roman"/>
                <a:cs typeface="Times New Roman"/>
              </a:rPr>
              <a:t> </a:t>
            </a:r>
            <a:r>
              <a:rPr sz="1300" dirty="0">
                <a:latin typeface="Times New Roman"/>
                <a:cs typeface="Times New Roman"/>
              </a:rPr>
              <a:t>file</a:t>
            </a:r>
            <a:r>
              <a:rPr sz="1300" spc="-27" dirty="0">
                <a:latin typeface="Times New Roman"/>
                <a:cs typeface="Times New Roman"/>
              </a:rPr>
              <a:t> </a:t>
            </a:r>
            <a:r>
              <a:rPr sz="1300" dirty="0">
                <a:latin typeface="Times New Roman"/>
                <a:cs typeface="Times New Roman"/>
              </a:rPr>
              <a:t>in</a:t>
            </a:r>
            <a:r>
              <a:rPr sz="1300" spc="-27" dirty="0">
                <a:latin typeface="Times New Roman"/>
                <a:cs typeface="Times New Roman"/>
              </a:rPr>
              <a:t> </a:t>
            </a:r>
            <a:r>
              <a:rPr sz="1300" dirty="0">
                <a:latin typeface="Times New Roman"/>
                <a:cs typeface="Times New Roman"/>
              </a:rPr>
              <a:t>your</a:t>
            </a:r>
            <a:r>
              <a:rPr sz="1300" spc="-31" dirty="0">
                <a:latin typeface="Times New Roman"/>
                <a:cs typeface="Times New Roman"/>
              </a:rPr>
              <a:t> </a:t>
            </a:r>
            <a:r>
              <a:rPr sz="1300" dirty="0">
                <a:latin typeface="Times New Roman"/>
                <a:cs typeface="Times New Roman"/>
              </a:rPr>
              <a:t>HTML</a:t>
            </a:r>
            <a:r>
              <a:rPr sz="1300" spc="-31" dirty="0">
                <a:latin typeface="Times New Roman"/>
                <a:cs typeface="Times New Roman"/>
              </a:rPr>
              <a:t> </a:t>
            </a:r>
            <a:r>
              <a:rPr sz="1300" spc="-8" dirty="0">
                <a:latin typeface="Times New Roman"/>
                <a:cs typeface="Times New Roman"/>
              </a:rPr>
              <a:t>document. </a:t>
            </a:r>
            <a:r>
              <a:rPr sz="1300" dirty="0">
                <a:latin typeface="Times New Roman"/>
                <a:cs typeface="Times New Roman"/>
              </a:rPr>
              <a:t>An</a:t>
            </a:r>
            <a:r>
              <a:rPr sz="1300" spc="-20" dirty="0">
                <a:latin typeface="Times New Roman"/>
                <a:cs typeface="Times New Roman"/>
              </a:rPr>
              <a:t> </a:t>
            </a:r>
            <a:r>
              <a:rPr sz="1300" dirty="0">
                <a:latin typeface="Times New Roman"/>
                <a:cs typeface="Times New Roman"/>
              </a:rPr>
              <a:t>external</a:t>
            </a:r>
            <a:r>
              <a:rPr sz="1300" spc="-20" dirty="0">
                <a:latin typeface="Times New Roman"/>
                <a:cs typeface="Times New Roman"/>
              </a:rPr>
              <a:t> </a:t>
            </a:r>
            <a:r>
              <a:rPr sz="1300" dirty="0">
                <a:latin typeface="Times New Roman"/>
                <a:cs typeface="Times New Roman"/>
              </a:rPr>
              <a:t>style</a:t>
            </a:r>
            <a:r>
              <a:rPr sz="1300" spc="-20" dirty="0">
                <a:latin typeface="Times New Roman"/>
                <a:cs typeface="Times New Roman"/>
              </a:rPr>
              <a:t> </a:t>
            </a:r>
            <a:r>
              <a:rPr sz="1300" dirty="0">
                <a:latin typeface="Times New Roman"/>
                <a:cs typeface="Times New Roman"/>
              </a:rPr>
              <a:t>sheet</a:t>
            </a:r>
            <a:r>
              <a:rPr sz="1300" spc="-23" dirty="0">
                <a:latin typeface="Times New Roman"/>
                <a:cs typeface="Times New Roman"/>
              </a:rPr>
              <a:t> </a:t>
            </a:r>
            <a:r>
              <a:rPr sz="1300" dirty="0">
                <a:latin typeface="Times New Roman"/>
                <a:cs typeface="Times New Roman"/>
              </a:rPr>
              <a:t>is</a:t>
            </a:r>
            <a:r>
              <a:rPr sz="1300" spc="-12" dirty="0">
                <a:latin typeface="Times New Roman"/>
                <a:cs typeface="Times New Roman"/>
              </a:rPr>
              <a:t> </a:t>
            </a:r>
            <a:r>
              <a:rPr sz="1400" b="1" dirty="0">
                <a:solidFill>
                  <a:srgbClr val="FF0000"/>
                </a:solidFill>
                <a:latin typeface="Times New Roman"/>
                <a:cs typeface="Times New Roman"/>
              </a:rPr>
              <a:t>a</a:t>
            </a:r>
            <a:r>
              <a:rPr sz="1400" b="1" spc="-20" dirty="0">
                <a:solidFill>
                  <a:srgbClr val="FF0000"/>
                </a:solidFill>
                <a:latin typeface="Times New Roman"/>
                <a:cs typeface="Times New Roman"/>
              </a:rPr>
              <a:t> </a:t>
            </a:r>
            <a:r>
              <a:rPr sz="1400" b="1" dirty="0">
                <a:solidFill>
                  <a:srgbClr val="FF0000"/>
                </a:solidFill>
                <a:latin typeface="Times New Roman"/>
                <a:cs typeface="Times New Roman"/>
              </a:rPr>
              <a:t>separate</a:t>
            </a:r>
            <a:r>
              <a:rPr sz="1400" b="1" spc="-16" dirty="0">
                <a:solidFill>
                  <a:srgbClr val="FF0000"/>
                </a:solidFill>
                <a:latin typeface="Times New Roman"/>
                <a:cs typeface="Times New Roman"/>
              </a:rPr>
              <a:t> </a:t>
            </a:r>
            <a:r>
              <a:rPr sz="1400" b="1" dirty="0">
                <a:solidFill>
                  <a:srgbClr val="FF0000"/>
                </a:solidFill>
                <a:latin typeface="Times New Roman"/>
                <a:cs typeface="Times New Roman"/>
              </a:rPr>
              <a:t>text</a:t>
            </a:r>
            <a:r>
              <a:rPr sz="1400" b="1" spc="-27" dirty="0">
                <a:solidFill>
                  <a:srgbClr val="FF0000"/>
                </a:solidFill>
                <a:latin typeface="Times New Roman"/>
                <a:cs typeface="Times New Roman"/>
              </a:rPr>
              <a:t> </a:t>
            </a:r>
            <a:r>
              <a:rPr sz="1400" b="1" dirty="0">
                <a:solidFill>
                  <a:srgbClr val="FF0000"/>
                </a:solidFill>
                <a:latin typeface="Times New Roman"/>
                <a:cs typeface="Times New Roman"/>
              </a:rPr>
              <a:t>file</a:t>
            </a:r>
            <a:r>
              <a:rPr sz="1400" b="1" spc="-16" dirty="0">
                <a:solidFill>
                  <a:srgbClr val="FF0000"/>
                </a:solidFill>
                <a:latin typeface="Times New Roman"/>
                <a:cs typeface="Times New Roman"/>
              </a:rPr>
              <a:t> </a:t>
            </a:r>
            <a:r>
              <a:rPr sz="1400" b="1" dirty="0">
                <a:solidFill>
                  <a:srgbClr val="FF0000"/>
                </a:solidFill>
                <a:latin typeface="Times New Roman"/>
                <a:cs typeface="Times New Roman"/>
              </a:rPr>
              <a:t>with</a:t>
            </a:r>
            <a:r>
              <a:rPr sz="1400" b="1" spc="-12" dirty="0">
                <a:solidFill>
                  <a:srgbClr val="FF0000"/>
                </a:solidFill>
                <a:latin typeface="Times New Roman"/>
                <a:cs typeface="Times New Roman"/>
              </a:rPr>
              <a:t> </a:t>
            </a:r>
            <a:r>
              <a:rPr sz="1700" b="1" dirty="0">
                <a:solidFill>
                  <a:srgbClr val="00AF50"/>
                </a:solidFill>
                <a:latin typeface="Times New Roman"/>
                <a:cs typeface="Times New Roman"/>
              </a:rPr>
              <a:t>.css</a:t>
            </a:r>
            <a:r>
              <a:rPr sz="1700" b="1" spc="-27" dirty="0">
                <a:solidFill>
                  <a:srgbClr val="00AF50"/>
                </a:solidFill>
                <a:latin typeface="Times New Roman"/>
                <a:cs typeface="Times New Roman"/>
              </a:rPr>
              <a:t> </a:t>
            </a:r>
            <a:r>
              <a:rPr sz="1400" b="1" spc="-8" dirty="0">
                <a:solidFill>
                  <a:srgbClr val="FF0000"/>
                </a:solidFill>
                <a:latin typeface="Times New Roman"/>
                <a:cs typeface="Times New Roman"/>
              </a:rPr>
              <a:t>extension</a:t>
            </a:r>
            <a:r>
              <a:rPr sz="1300" spc="-8" dirty="0">
                <a:latin typeface="Times New Roman"/>
                <a:cs typeface="Times New Roman"/>
              </a:rPr>
              <a:t>.</a:t>
            </a:r>
            <a:endParaRPr sz="1300">
              <a:latin typeface="Times New Roman"/>
              <a:cs typeface="Times New Roman"/>
            </a:endParaRPr>
          </a:p>
          <a:p>
            <a:pPr marL="176213" marR="3976" indent="-166688">
              <a:lnSpc>
                <a:spcPts val="1439"/>
              </a:lnSpc>
              <a:spcBef>
                <a:spcPts val="438"/>
              </a:spcBef>
              <a:buFont typeface="Wingdings" pitchFamily="2" charset="2"/>
              <a:buChar char="ü"/>
            </a:pPr>
            <a:r>
              <a:rPr sz="1300" dirty="0">
                <a:latin typeface="Times New Roman"/>
                <a:cs typeface="Times New Roman"/>
              </a:rPr>
              <a:t>You</a:t>
            </a:r>
            <a:r>
              <a:rPr sz="1300" spc="-23" dirty="0">
                <a:latin typeface="Times New Roman"/>
                <a:cs typeface="Times New Roman"/>
              </a:rPr>
              <a:t> </a:t>
            </a:r>
            <a:r>
              <a:rPr sz="1300" dirty="0">
                <a:latin typeface="Times New Roman"/>
                <a:cs typeface="Times New Roman"/>
              </a:rPr>
              <a:t>define</a:t>
            </a:r>
            <a:r>
              <a:rPr sz="1300" spc="-27" dirty="0">
                <a:latin typeface="Times New Roman"/>
                <a:cs typeface="Times New Roman"/>
              </a:rPr>
              <a:t> </a:t>
            </a:r>
            <a:r>
              <a:rPr sz="1300" dirty="0">
                <a:latin typeface="Times New Roman"/>
                <a:cs typeface="Times New Roman"/>
              </a:rPr>
              <a:t>all</a:t>
            </a:r>
            <a:r>
              <a:rPr sz="1300" spc="-31"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Style</a:t>
            </a:r>
            <a:r>
              <a:rPr sz="1300" spc="-27" dirty="0">
                <a:latin typeface="Times New Roman"/>
                <a:cs typeface="Times New Roman"/>
              </a:rPr>
              <a:t> </a:t>
            </a:r>
            <a:r>
              <a:rPr sz="1300" dirty="0">
                <a:latin typeface="Times New Roman"/>
                <a:cs typeface="Times New Roman"/>
              </a:rPr>
              <a:t>rules</a:t>
            </a:r>
            <a:r>
              <a:rPr sz="1300" spc="-27" dirty="0">
                <a:latin typeface="Times New Roman"/>
                <a:cs typeface="Times New Roman"/>
              </a:rPr>
              <a:t> </a:t>
            </a:r>
            <a:r>
              <a:rPr sz="1300" dirty="0">
                <a:latin typeface="Times New Roman"/>
                <a:cs typeface="Times New Roman"/>
              </a:rPr>
              <a:t>within</a:t>
            </a:r>
            <a:r>
              <a:rPr sz="1300" spc="-23" dirty="0">
                <a:latin typeface="Times New Roman"/>
                <a:cs typeface="Times New Roman"/>
              </a:rPr>
              <a:t> </a:t>
            </a:r>
            <a:r>
              <a:rPr sz="1300" dirty="0">
                <a:latin typeface="Times New Roman"/>
                <a:cs typeface="Times New Roman"/>
              </a:rPr>
              <a:t>this</a:t>
            </a:r>
            <a:r>
              <a:rPr sz="1300" spc="-27" dirty="0">
                <a:latin typeface="Times New Roman"/>
                <a:cs typeface="Times New Roman"/>
              </a:rPr>
              <a:t> </a:t>
            </a:r>
            <a:r>
              <a:rPr sz="1300" dirty="0">
                <a:latin typeface="Times New Roman"/>
                <a:cs typeface="Times New Roman"/>
              </a:rPr>
              <a:t>text</a:t>
            </a:r>
            <a:r>
              <a:rPr sz="1300" spc="-27" dirty="0">
                <a:latin typeface="Times New Roman"/>
                <a:cs typeface="Times New Roman"/>
              </a:rPr>
              <a:t> </a:t>
            </a:r>
            <a:r>
              <a:rPr sz="1300" dirty="0">
                <a:latin typeface="Times New Roman"/>
                <a:cs typeface="Times New Roman"/>
              </a:rPr>
              <a:t>file</a:t>
            </a:r>
            <a:r>
              <a:rPr sz="1300" spc="-27" dirty="0">
                <a:latin typeface="Times New Roman"/>
                <a:cs typeface="Times New Roman"/>
              </a:rPr>
              <a:t> </a:t>
            </a:r>
            <a:r>
              <a:rPr sz="1300" dirty="0">
                <a:latin typeface="Times New Roman"/>
                <a:cs typeface="Times New Roman"/>
              </a:rPr>
              <a:t>and</a:t>
            </a:r>
            <a:r>
              <a:rPr sz="1300" spc="-20" dirty="0">
                <a:latin typeface="Times New Roman"/>
                <a:cs typeface="Times New Roman"/>
              </a:rPr>
              <a:t> </a:t>
            </a:r>
            <a:r>
              <a:rPr sz="1300" dirty="0">
                <a:latin typeface="Times New Roman"/>
                <a:cs typeface="Times New Roman"/>
              </a:rPr>
              <a:t>then</a:t>
            </a:r>
            <a:r>
              <a:rPr sz="1300" spc="-23" dirty="0">
                <a:latin typeface="Times New Roman"/>
                <a:cs typeface="Times New Roman"/>
              </a:rPr>
              <a:t> </a:t>
            </a:r>
            <a:r>
              <a:rPr sz="1300" dirty="0">
                <a:latin typeface="Times New Roman"/>
                <a:cs typeface="Times New Roman"/>
              </a:rPr>
              <a:t>you</a:t>
            </a:r>
            <a:r>
              <a:rPr sz="1300" spc="-23" dirty="0">
                <a:latin typeface="Times New Roman"/>
                <a:cs typeface="Times New Roman"/>
              </a:rPr>
              <a:t> </a:t>
            </a:r>
            <a:r>
              <a:rPr sz="1300" dirty="0">
                <a:latin typeface="Times New Roman"/>
                <a:cs typeface="Times New Roman"/>
              </a:rPr>
              <a:t>can</a:t>
            </a:r>
            <a:r>
              <a:rPr sz="1300" spc="-27" dirty="0">
                <a:latin typeface="Times New Roman"/>
                <a:cs typeface="Times New Roman"/>
              </a:rPr>
              <a:t> </a:t>
            </a:r>
            <a:r>
              <a:rPr sz="1300" dirty="0">
                <a:latin typeface="Times New Roman"/>
                <a:cs typeface="Times New Roman"/>
              </a:rPr>
              <a:t>include</a:t>
            </a:r>
            <a:r>
              <a:rPr sz="1300" spc="-27" dirty="0">
                <a:latin typeface="Times New Roman"/>
                <a:cs typeface="Times New Roman"/>
              </a:rPr>
              <a:t> </a:t>
            </a:r>
            <a:r>
              <a:rPr sz="1300" dirty="0">
                <a:latin typeface="Times New Roman"/>
                <a:cs typeface="Times New Roman"/>
              </a:rPr>
              <a:t>this</a:t>
            </a:r>
            <a:r>
              <a:rPr sz="1300" spc="-23" dirty="0">
                <a:latin typeface="Times New Roman"/>
                <a:cs typeface="Times New Roman"/>
              </a:rPr>
              <a:t> </a:t>
            </a:r>
            <a:r>
              <a:rPr sz="1300" dirty="0">
                <a:latin typeface="Times New Roman"/>
                <a:cs typeface="Times New Roman"/>
              </a:rPr>
              <a:t>file</a:t>
            </a:r>
            <a:r>
              <a:rPr sz="1300" spc="-27" dirty="0">
                <a:latin typeface="Times New Roman"/>
                <a:cs typeface="Times New Roman"/>
              </a:rPr>
              <a:t> </a:t>
            </a:r>
            <a:r>
              <a:rPr sz="1300" dirty="0">
                <a:latin typeface="Times New Roman"/>
                <a:cs typeface="Times New Roman"/>
              </a:rPr>
              <a:t>in</a:t>
            </a:r>
            <a:r>
              <a:rPr sz="1300" spc="-27" dirty="0">
                <a:latin typeface="Times New Roman"/>
                <a:cs typeface="Times New Roman"/>
              </a:rPr>
              <a:t> </a:t>
            </a:r>
            <a:r>
              <a:rPr sz="1300" dirty="0">
                <a:latin typeface="Times New Roman"/>
                <a:cs typeface="Times New Roman"/>
              </a:rPr>
              <a:t>any</a:t>
            </a:r>
            <a:r>
              <a:rPr sz="1300" spc="-23" dirty="0">
                <a:latin typeface="Times New Roman"/>
                <a:cs typeface="Times New Roman"/>
              </a:rPr>
              <a:t> </a:t>
            </a:r>
            <a:r>
              <a:rPr sz="1300" spc="-16" dirty="0">
                <a:latin typeface="Times New Roman"/>
                <a:cs typeface="Times New Roman"/>
              </a:rPr>
              <a:t>HTML </a:t>
            </a:r>
            <a:r>
              <a:rPr sz="1300" dirty="0">
                <a:latin typeface="Times New Roman"/>
                <a:cs typeface="Times New Roman"/>
              </a:rPr>
              <a:t>document</a:t>
            </a:r>
            <a:r>
              <a:rPr sz="1300" spc="-47" dirty="0">
                <a:latin typeface="Times New Roman"/>
                <a:cs typeface="Times New Roman"/>
              </a:rPr>
              <a:t> </a:t>
            </a:r>
            <a:r>
              <a:rPr sz="1300" dirty="0">
                <a:latin typeface="Times New Roman"/>
                <a:cs typeface="Times New Roman"/>
              </a:rPr>
              <a:t>using</a:t>
            </a:r>
            <a:r>
              <a:rPr sz="1300" spc="-39" dirty="0">
                <a:latin typeface="Times New Roman"/>
                <a:cs typeface="Times New Roman"/>
              </a:rPr>
              <a:t> </a:t>
            </a:r>
            <a:r>
              <a:rPr sz="1300" b="1" dirty="0">
                <a:solidFill>
                  <a:srgbClr val="00AF50"/>
                </a:solidFill>
                <a:latin typeface="Times New Roman"/>
                <a:cs typeface="Times New Roman"/>
              </a:rPr>
              <a:t>&lt;link&gt;</a:t>
            </a:r>
            <a:r>
              <a:rPr sz="1300" b="1" spc="-43" dirty="0">
                <a:solidFill>
                  <a:srgbClr val="00AF50"/>
                </a:solidFill>
                <a:latin typeface="Times New Roman"/>
                <a:cs typeface="Times New Roman"/>
              </a:rPr>
              <a:t> </a:t>
            </a:r>
            <a:r>
              <a:rPr sz="1300" spc="-8" dirty="0">
                <a:latin typeface="Times New Roman"/>
                <a:cs typeface="Times New Roman"/>
              </a:rPr>
              <a:t>element.</a:t>
            </a:r>
            <a:endParaRPr sz="1300">
              <a:latin typeface="Times New Roman"/>
              <a:cs typeface="Times New Roman"/>
            </a:endParaRPr>
          </a:p>
        </p:txBody>
      </p:sp>
      <p:sp>
        <p:nvSpPr>
          <p:cNvPr id="7" name="object 7"/>
          <p:cNvSpPr/>
          <p:nvPr/>
        </p:nvSpPr>
        <p:spPr>
          <a:xfrm>
            <a:off x="1115850" y="2360966"/>
            <a:ext cx="2769264" cy="2098859"/>
          </a:xfrm>
          <a:custGeom>
            <a:avLst/>
            <a:gdLst/>
            <a:ahLst/>
            <a:cxnLst/>
            <a:rect l="l" t="t" r="r" b="b"/>
            <a:pathLst>
              <a:path w="3238500" h="3086100">
                <a:moveTo>
                  <a:pt x="0" y="3086100"/>
                </a:moveTo>
                <a:lnTo>
                  <a:pt x="3238500" y="3086100"/>
                </a:lnTo>
                <a:lnTo>
                  <a:pt x="3238500" y="0"/>
                </a:lnTo>
                <a:lnTo>
                  <a:pt x="0" y="0"/>
                </a:lnTo>
                <a:lnTo>
                  <a:pt x="0" y="3086100"/>
                </a:lnTo>
                <a:close/>
              </a:path>
            </a:pathLst>
          </a:custGeom>
          <a:ln w="6350">
            <a:solidFill>
              <a:srgbClr val="000000"/>
            </a:solidFill>
          </a:ln>
        </p:spPr>
        <p:txBody>
          <a:bodyPr wrap="square" lIns="0" tIns="0" rIns="0" bIns="0" rtlCol="0"/>
          <a:lstStyle/>
          <a:p>
            <a:endParaRPr/>
          </a:p>
        </p:txBody>
      </p:sp>
      <p:sp>
        <p:nvSpPr>
          <p:cNvPr id="8" name="object 8"/>
          <p:cNvSpPr txBox="1"/>
          <p:nvPr/>
        </p:nvSpPr>
        <p:spPr>
          <a:xfrm>
            <a:off x="1113135" y="2358806"/>
            <a:ext cx="2774694" cy="2352316"/>
          </a:xfrm>
          <a:prstGeom prst="rect">
            <a:avLst/>
          </a:prstGeom>
          <a:solidFill>
            <a:srgbClr val="000000"/>
          </a:solidFill>
        </p:spPr>
        <p:txBody>
          <a:bodyPr vert="horz" wrap="square" lIns="0" tIns="28326" rIns="0" bIns="0" rtlCol="0">
            <a:spAutoFit/>
          </a:bodyPr>
          <a:lstStyle/>
          <a:p>
            <a:pPr marL="497" algn="ctr">
              <a:spcBef>
                <a:spcPts val="223"/>
              </a:spcBef>
            </a:pPr>
            <a:r>
              <a:rPr sz="1600" b="1" spc="-8" dirty="0">
                <a:solidFill>
                  <a:srgbClr val="FFFF00"/>
                </a:solidFill>
                <a:latin typeface="Times New Roman"/>
                <a:cs typeface="Times New Roman"/>
              </a:rPr>
              <a:t>style.css</a:t>
            </a:r>
            <a:endParaRPr sz="1600">
              <a:latin typeface="Times New Roman"/>
              <a:cs typeface="Times New Roman"/>
            </a:endParaRPr>
          </a:p>
          <a:p>
            <a:pPr marL="288232">
              <a:lnSpc>
                <a:spcPts val="1471"/>
              </a:lnSpc>
              <a:spcBef>
                <a:spcPts val="1377"/>
              </a:spcBef>
            </a:pPr>
            <a:r>
              <a:rPr sz="1300" spc="-16" dirty="0">
                <a:solidFill>
                  <a:srgbClr val="FFFFFF"/>
                </a:solidFill>
                <a:latin typeface="Times New Roman"/>
                <a:cs typeface="Times New Roman"/>
              </a:rPr>
              <a:t>body</a:t>
            </a:r>
            <a:endParaRPr sz="1300">
              <a:latin typeface="Times New Roman"/>
              <a:cs typeface="Times New Roman"/>
            </a:endParaRPr>
          </a:p>
          <a:p>
            <a:pPr marL="288232">
              <a:lnSpc>
                <a:spcPts val="1439"/>
              </a:lnSpc>
            </a:pPr>
            <a:r>
              <a:rPr sz="1300" spc="-39" dirty="0">
                <a:solidFill>
                  <a:srgbClr val="FFFFFF"/>
                </a:solidFill>
                <a:latin typeface="Times New Roman"/>
                <a:cs typeface="Times New Roman"/>
              </a:rPr>
              <a:t>{</a:t>
            </a:r>
            <a:endParaRPr sz="1300">
              <a:latin typeface="Times New Roman"/>
              <a:cs typeface="Times New Roman"/>
            </a:endParaRPr>
          </a:p>
          <a:p>
            <a:pPr marL="367247">
              <a:lnSpc>
                <a:spcPts val="1439"/>
              </a:lnSpc>
            </a:pPr>
            <a:r>
              <a:rPr sz="1300" spc="-8" dirty="0">
                <a:solidFill>
                  <a:srgbClr val="FFFFFF"/>
                </a:solidFill>
                <a:latin typeface="Times New Roman"/>
                <a:cs typeface="Times New Roman"/>
              </a:rPr>
              <a:t>background-</a:t>
            </a:r>
            <a:r>
              <a:rPr sz="1300" dirty="0">
                <a:solidFill>
                  <a:srgbClr val="FFFFFF"/>
                </a:solidFill>
                <a:latin typeface="Times New Roman"/>
                <a:cs typeface="Times New Roman"/>
              </a:rPr>
              <a:t>color:</a:t>
            </a:r>
            <a:r>
              <a:rPr sz="1300" spc="-12" dirty="0">
                <a:solidFill>
                  <a:srgbClr val="FFFFFF"/>
                </a:solidFill>
                <a:latin typeface="Times New Roman"/>
                <a:cs typeface="Times New Roman"/>
              </a:rPr>
              <a:t> </a:t>
            </a:r>
            <a:r>
              <a:rPr sz="1300" spc="-8" dirty="0">
                <a:solidFill>
                  <a:srgbClr val="FFFFFF"/>
                </a:solidFill>
                <a:latin typeface="Times New Roman"/>
                <a:cs typeface="Times New Roman"/>
              </a:rPr>
              <a:t>green;</a:t>
            </a:r>
            <a:endParaRPr sz="1300">
              <a:latin typeface="Times New Roman"/>
              <a:cs typeface="Times New Roman"/>
            </a:endParaRPr>
          </a:p>
          <a:p>
            <a:pPr marL="288232">
              <a:lnSpc>
                <a:spcPts val="1471"/>
              </a:lnSpc>
            </a:pPr>
            <a:r>
              <a:rPr sz="1300" spc="-39" dirty="0">
                <a:solidFill>
                  <a:srgbClr val="FFFFFF"/>
                </a:solidFill>
                <a:latin typeface="Times New Roman"/>
                <a:cs typeface="Times New Roman"/>
              </a:rPr>
              <a:t>}</a:t>
            </a:r>
            <a:endParaRPr sz="1300">
              <a:latin typeface="Times New Roman"/>
              <a:cs typeface="Times New Roman"/>
            </a:endParaRPr>
          </a:p>
          <a:p>
            <a:pPr marL="288232">
              <a:lnSpc>
                <a:spcPts val="1471"/>
              </a:lnSpc>
              <a:spcBef>
                <a:spcPts val="1381"/>
              </a:spcBef>
            </a:pPr>
            <a:r>
              <a:rPr sz="1300" spc="-20" dirty="0">
                <a:solidFill>
                  <a:srgbClr val="FFFFFF"/>
                </a:solidFill>
                <a:latin typeface="Times New Roman"/>
                <a:cs typeface="Times New Roman"/>
              </a:rPr>
              <a:t>h1</a:t>
            </a:r>
            <a:endParaRPr sz="1300">
              <a:latin typeface="Times New Roman"/>
              <a:cs typeface="Times New Roman"/>
            </a:endParaRPr>
          </a:p>
          <a:p>
            <a:pPr marL="288232">
              <a:lnSpc>
                <a:spcPts val="1439"/>
              </a:lnSpc>
            </a:pPr>
            <a:r>
              <a:rPr sz="1300" spc="-39" dirty="0">
                <a:solidFill>
                  <a:srgbClr val="FFFFFF"/>
                </a:solidFill>
                <a:latin typeface="Times New Roman"/>
                <a:cs typeface="Times New Roman"/>
              </a:rPr>
              <a:t>{</a:t>
            </a:r>
            <a:endParaRPr sz="1300">
              <a:latin typeface="Times New Roman"/>
              <a:cs typeface="Times New Roman"/>
            </a:endParaRPr>
          </a:p>
          <a:p>
            <a:pPr marL="367247" marR="1162368">
              <a:lnSpc>
                <a:spcPts val="1448"/>
              </a:lnSpc>
              <a:spcBef>
                <a:spcPts val="59"/>
              </a:spcBef>
            </a:pPr>
            <a:r>
              <a:rPr sz="1300" dirty="0">
                <a:solidFill>
                  <a:srgbClr val="FFFFFF"/>
                </a:solidFill>
                <a:latin typeface="Times New Roman"/>
                <a:cs typeface="Times New Roman"/>
              </a:rPr>
              <a:t>color:</a:t>
            </a:r>
            <a:r>
              <a:rPr sz="1300" spc="-47" dirty="0">
                <a:solidFill>
                  <a:srgbClr val="FFFFFF"/>
                </a:solidFill>
                <a:latin typeface="Times New Roman"/>
                <a:cs typeface="Times New Roman"/>
              </a:rPr>
              <a:t> </a:t>
            </a:r>
            <a:r>
              <a:rPr sz="1300" spc="-8" dirty="0">
                <a:solidFill>
                  <a:srgbClr val="FFFFFF"/>
                </a:solidFill>
                <a:latin typeface="Times New Roman"/>
                <a:cs typeface="Times New Roman"/>
              </a:rPr>
              <a:t>blue; font-</a:t>
            </a:r>
            <a:r>
              <a:rPr sz="1300" dirty="0">
                <a:solidFill>
                  <a:srgbClr val="FFFFFF"/>
                </a:solidFill>
                <a:latin typeface="Times New Roman"/>
                <a:cs typeface="Times New Roman"/>
              </a:rPr>
              <a:t>size:</a:t>
            </a:r>
            <a:r>
              <a:rPr sz="1300" spc="-12" dirty="0">
                <a:solidFill>
                  <a:srgbClr val="FFFFFF"/>
                </a:solidFill>
                <a:latin typeface="Times New Roman"/>
                <a:cs typeface="Times New Roman"/>
              </a:rPr>
              <a:t> </a:t>
            </a:r>
            <a:r>
              <a:rPr sz="1300" spc="-16" dirty="0">
                <a:solidFill>
                  <a:srgbClr val="FFFFFF"/>
                </a:solidFill>
                <a:latin typeface="Times New Roman"/>
                <a:cs typeface="Times New Roman"/>
              </a:rPr>
              <a:t>20px;</a:t>
            </a:r>
            <a:endParaRPr sz="1300">
              <a:latin typeface="Times New Roman"/>
              <a:cs typeface="Times New Roman"/>
            </a:endParaRPr>
          </a:p>
          <a:p>
            <a:pPr marL="288232">
              <a:lnSpc>
                <a:spcPts val="1405"/>
              </a:lnSpc>
            </a:pPr>
            <a:r>
              <a:rPr sz="1300" spc="-39" dirty="0">
                <a:solidFill>
                  <a:srgbClr val="FFFFFF"/>
                </a:solidFill>
                <a:latin typeface="Times New Roman"/>
                <a:cs typeface="Times New Roman"/>
              </a:rPr>
              <a:t>}</a:t>
            </a:r>
            <a:endParaRPr sz="1300">
              <a:latin typeface="Times New Roman"/>
              <a:cs typeface="Times New Roman"/>
            </a:endParaRPr>
          </a:p>
        </p:txBody>
      </p:sp>
      <p:sp>
        <p:nvSpPr>
          <p:cNvPr id="9" name="object 9"/>
          <p:cNvSpPr/>
          <p:nvPr/>
        </p:nvSpPr>
        <p:spPr>
          <a:xfrm>
            <a:off x="4178330" y="2425745"/>
            <a:ext cx="3909549" cy="1995212"/>
          </a:xfrm>
          <a:custGeom>
            <a:avLst/>
            <a:gdLst/>
            <a:ahLst/>
            <a:cxnLst/>
            <a:rect l="l" t="t" r="r" b="b"/>
            <a:pathLst>
              <a:path w="4572000" h="2933700">
                <a:moveTo>
                  <a:pt x="0" y="2933700"/>
                </a:moveTo>
                <a:lnTo>
                  <a:pt x="4572000" y="2933700"/>
                </a:lnTo>
                <a:lnTo>
                  <a:pt x="4572000" y="0"/>
                </a:lnTo>
                <a:lnTo>
                  <a:pt x="0" y="0"/>
                </a:lnTo>
                <a:lnTo>
                  <a:pt x="0" y="2933700"/>
                </a:lnTo>
                <a:close/>
              </a:path>
            </a:pathLst>
          </a:custGeom>
          <a:ln w="6350">
            <a:solidFill>
              <a:srgbClr val="000000"/>
            </a:solidFill>
          </a:ln>
        </p:spPr>
        <p:txBody>
          <a:bodyPr wrap="square" lIns="0" tIns="0" rIns="0" bIns="0" rtlCol="0"/>
          <a:lstStyle/>
          <a:p>
            <a:endParaRPr/>
          </a:p>
        </p:txBody>
      </p:sp>
      <p:sp>
        <p:nvSpPr>
          <p:cNvPr id="10" name="object 10"/>
          <p:cNvSpPr txBox="1"/>
          <p:nvPr/>
        </p:nvSpPr>
        <p:spPr>
          <a:xfrm>
            <a:off x="4175615" y="2423586"/>
            <a:ext cx="3914979" cy="2062937"/>
          </a:xfrm>
          <a:prstGeom prst="rect">
            <a:avLst/>
          </a:prstGeom>
          <a:solidFill>
            <a:srgbClr val="000000"/>
          </a:solidFill>
        </p:spPr>
        <p:txBody>
          <a:bodyPr vert="horz" wrap="square" lIns="0" tIns="168466" rIns="0" bIns="0" rtlCol="0">
            <a:spAutoFit/>
          </a:bodyPr>
          <a:lstStyle/>
          <a:p>
            <a:pPr>
              <a:spcBef>
                <a:spcPts val="1327"/>
              </a:spcBef>
            </a:pPr>
            <a:endParaRPr sz="1300">
              <a:latin typeface="Times New Roman"/>
              <a:cs typeface="Times New Roman"/>
            </a:endParaRPr>
          </a:p>
          <a:p>
            <a:pPr marL="76530">
              <a:lnSpc>
                <a:spcPts val="1475"/>
              </a:lnSpc>
              <a:spcBef>
                <a:spcPts val="4"/>
              </a:spcBef>
            </a:pPr>
            <a:r>
              <a:rPr sz="1300" spc="-8" dirty="0">
                <a:solidFill>
                  <a:srgbClr val="FFFFFF"/>
                </a:solidFill>
                <a:latin typeface="Times New Roman"/>
                <a:cs typeface="Times New Roman"/>
              </a:rPr>
              <a:t>&lt;html&gt;</a:t>
            </a:r>
            <a:endParaRPr sz="1300">
              <a:latin typeface="Times New Roman"/>
              <a:cs typeface="Times New Roman"/>
            </a:endParaRPr>
          </a:p>
          <a:p>
            <a:pPr marL="235058">
              <a:lnSpc>
                <a:spcPts val="1439"/>
              </a:lnSpc>
            </a:pPr>
            <a:r>
              <a:rPr sz="1300" spc="-8" dirty="0">
                <a:solidFill>
                  <a:srgbClr val="FFFFFF"/>
                </a:solidFill>
                <a:latin typeface="Times New Roman"/>
                <a:cs typeface="Times New Roman"/>
              </a:rPr>
              <a:t>&lt;head&gt;</a:t>
            </a:r>
            <a:endParaRPr sz="1300">
              <a:latin typeface="Times New Roman"/>
              <a:cs typeface="Times New Roman"/>
            </a:endParaRPr>
          </a:p>
          <a:p>
            <a:pPr marL="473594">
              <a:lnSpc>
                <a:spcPts val="1436"/>
              </a:lnSpc>
            </a:pPr>
            <a:r>
              <a:rPr sz="1300" dirty="0">
                <a:solidFill>
                  <a:srgbClr val="FFFF00"/>
                </a:solidFill>
                <a:latin typeface="Times New Roman"/>
                <a:cs typeface="Times New Roman"/>
              </a:rPr>
              <a:t>&lt;link</a:t>
            </a:r>
            <a:r>
              <a:rPr sz="1300" spc="8" dirty="0">
                <a:solidFill>
                  <a:srgbClr val="FFFF00"/>
                </a:solidFill>
                <a:latin typeface="Times New Roman"/>
                <a:cs typeface="Times New Roman"/>
              </a:rPr>
              <a:t> </a:t>
            </a:r>
            <a:r>
              <a:rPr sz="1300" spc="-8" dirty="0">
                <a:solidFill>
                  <a:srgbClr val="FFFF00"/>
                </a:solidFill>
                <a:latin typeface="Times New Roman"/>
                <a:cs typeface="Times New Roman"/>
              </a:rPr>
              <a:t>rel="stylesheet"</a:t>
            </a:r>
            <a:r>
              <a:rPr sz="1300" spc="4" dirty="0">
                <a:solidFill>
                  <a:srgbClr val="FFFF00"/>
                </a:solidFill>
                <a:latin typeface="Times New Roman"/>
                <a:cs typeface="Times New Roman"/>
              </a:rPr>
              <a:t> </a:t>
            </a:r>
            <a:r>
              <a:rPr sz="1300" spc="-8" dirty="0">
                <a:solidFill>
                  <a:srgbClr val="FFFF00"/>
                </a:solidFill>
                <a:latin typeface="Times New Roman"/>
                <a:cs typeface="Times New Roman"/>
              </a:rPr>
              <a:t>href="style.css"&gt;</a:t>
            </a:r>
            <a:endParaRPr sz="1300">
              <a:latin typeface="Times New Roman"/>
              <a:cs typeface="Times New Roman"/>
            </a:endParaRPr>
          </a:p>
          <a:p>
            <a:pPr marL="235058">
              <a:lnSpc>
                <a:spcPts val="1439"/>
              </a:lnSpc>
            </a:pPr>
            <a:r>
              <a:rPr sz="1300" spc="-8" dirty="0">
                <a:solidFill>
                  <a:srgbClr val="FFFFFF"/>
                </a:solidFill>
                <a:latin typeface="Times New Roman"/>
                <a:cs typeface="Times New Roman"/>
              </a:rPr>
              <a:t>&lt;/head&gt;</a:t>
            </a:r>
            <a:endParaRPr sz="1300">
              <a:latin typeface="Times New Roman"/>
              <a:cs typeface="Times New Roman"/>
            </a:endParaRPr>
          </a:p>
          <a:p>
            <a:pPr marL="354326">
              <a:lnSpc>
                <a:spcPts val="1439"/>
              </a:lnSpc>
            </a:pPr>
            <a:r>
              <a:rPr sz="1300" spc="-8" dirty="0">
                <a:solidFill>
                  <a:srgbClr val="FFFFFF"/>
                </a:solidFill>
                <a:latin typeface="Times New Roman"/>
                <a:cs typeface="Times New Roman"/>
              </a:rPr>
              <a:t>&lt;body&gt;</a:t>
            </a:r>
            <a:endParaRPr sz="1300">
              <a:latin typeface="Times New Roman"/>
              <a:cs typeface="Times New Roman"/>
            </a:endParaRPr>
          </a:p>
          <a:p>
            <a:pPr marL="552113">
              <a:lnSpc>
                <a:spcPts val="1439"/>
              </a:lnSpc>
            </a:pPr>
            <a:r>
              <a:rPr sz="1300" dirty="0">
                <a:solidFill>
                  <a:srgbClr val="FFFFFF"/>
                </a:solidFill>
                <a:latin typeface="Times New Roman"/>
                <a:cs typeface="Times New Roman"/>
              </a:rPr>
              <a:t>&lt;h1&gt;This</a:t>
            </a:r>
            <a:r>
              <a:rPr sz="1300" spc="-23" dirty="0">
                <a:solidFill>
                  <a:srgbClr val="FFFFFF"/>
                </a:solidFill>
                <a:latin typeface="Times New Roman"/>
                <a:cs typeface="Times New Roman"/>
              </a:rPr>
              <a:t> </a:t>
            </a:r>
            <a:r>
              <a:rPr sz="1300" dirty="0">
                <a:solidFill>
                  <a:srgbClr val="FFFFFF"/>
                </a:solidFill>
                <a:latin typeface="Times New Roman"/>
                <a:cs typeface="Times New Roman"/>
              </a:rPr>
              <a:t>is</a:t>
            </a:r>
            <a:r>
              <a:rPr sz="1300" spc="-23" dirty="0">
                <a:solidFill>
                  <a:srgbClr val="FFFFFF"/>
                </a:solidFill>
                <a:latin typeface="Times New Roman"/>
                <a:cs typeface="Times New Roman"/>
              </a:rPr>
              <a:t> </a:t>
            </a:r>
            <a:r>
              <a:rPr sz="1300" dirty="0">
                <a:solidFill>
                  <a:srgbClr val="FFFFFF"/>
                </a:solidFill>
                <a:latin typeface="Times New Roman"/>
                <a:cs typeface="Times New Roman"/>
              </a:rPr>
              <a:t>a</a:t>
            </a:r>
            <a:r>
              <a:rPr sz="1300" spc="-23" dirty="0">
                <a:solidFill>
                  <a:srgbClr val="FFFFFF"/>
                </a:solidFill>
                <a:latin typeface="Times New Roman"/>
                <a:cs typeface="Times New Roman"/>
              </a:rPr>
              <a:t> </a:t>
            </a:r>
            <a:r>
              <a:rPr sz="1300" spc="-8" dirty="0">
                <a:solidFill>
                  <a:srgbClr val="FFFFFF"/>
                </a:solidFill>
                <a:latin typeface="Times New Roman"/>
                <a:cs typeface="Times New Roman"/>
              </a:rPr>
              <a:t>heading&lt;/h1&gt;</a:t>
            </a:r>
            <a:endParaRPr sz="1300">
              <a:latin typeface="Times New Roman"/>
              <a:cs typeface="Times New Roman"/>
            </a:endParaRPr>
          </a:p>
          <a:p>
            <a:pPr marL="552113">
              <a:lnSpc>
                <a:spcPts val="1444"/>
              </a:lnSpc>
            </a:pPr>
            <a:r>
              <a:rPr sz="1300" dirty="0">
                <a:solidFill>
                  <a:srgbClr val="FFFFFF"/>
                </a:solidFill>
                <a:latin typeface="Times New Roman"/>
                <a:cs typeface="Times New Roman"/>
              </a:rPr>
              <a:t>&lt;p&gt;This</a:t>
            </a:r>
            <a:r>
              <a:rPr sz="1300" spc="-27" dirty="0">
                <a:solidFill>
                  <a:srgbClr val="FFFFFF"/>
                </a:solidFill>
                <a:latin typeface="Times New Roman"/>
                <a:cs typeface="Times New Roman"/>
              </a:rPr>
              <a:t> </a:t>
            </a:r>
            <a:r>
              <a:rPr sz="1300" dirty="0">
                <a:solidFill>
                  <a:srgbClr val="FFFFFF"/>
                </a:solidFill>
                <a:latin typeface="Times New Roman"/>
                <a:cs typeface="Times New Roman"/>
              </a:rPr>
              <a:t>is</a:t>
            </a:r>
            <a:r>
              <a:rPr sz="1300" spc="-20" dirty="0">
                <a:solidFill>
                  <a:srgbClr val="FFFFFF"/>
                </a:solidFill>
                <a:latin typeface="Times New Roman"/>
                <a:cs typeface="Times New Roman"/>
              </a:rPr>
              <a:t> </a:t>
            </a:r>
            <a:r>
              <a:rPr sz="1300" dirty="0">
                <a:solidFill>
                  <a:srgbClr val="FFFFFF"/>
                </a:solidFill>
                <a:latin typeface="Times New Roman"/>
                <a:cs typeface="Times New Roman"/>
              </a:rPr>
              <a:t>a</a:t>
            </a:r>
            <a:r>
              <a:rPr sz="1300" spc="-31" dirty="0">
                <a:solidFill>
                  <a:srgbClr val="FFFFFF"/>
                </a:solidFill>
                <a:latin typeface="Times New Roman"/>
                <a:cs typeface="Times New Roman"/>
              </a:rPr>
              <a:t> </a:t>
            </a:r>
            <a:r>
              <a:rPr sz="1300" dirty="0">
                <a:solidFill>
                  <a:srgbClr val="FFFFFF"/>
                </a:solidFill>
                <a:latin typeface="Times New Roman"/>
                <a:cs typeface="Times New Roman"/>
              </a:rPr>
              <a:t>paragraph.</a:t>
            </a:r>
            <a:r>
              <a:rPr sz="1300" spc="-31" dirty="0">
                <a:solidFill>
                  <a:srgbClr val="FFFFFF"/>
                </a:solidFill>
                <a:latin typeface="Times New Roman"/>
                <a:cs typeface="Times New Roman"/>
              </a:rPr>
              <a:t> </a:t>
            </a:r>
            <a:r>
              <a:rPr sz="1300" spc="-16" dirty="0">
                <a:solidFill>
                  <a:srgbClr val="FFFFFF"/>
                </a:solidFill>
                <a:latin typeface="Times New Roman"/>
                <a:cs typeface="Times New Roman"/>
              </a:rPr>
              <a:t>&lt;/p&gt;</a:t>
            </a:r>
            <a:endParaRPr sz="1300">
              <a:latin typeface="Times New Roman"/>
              <a:cs typeface="Times New Roman"/>
            </a:endParaRPr>
          </a:p>
          <a:p>
            <a:pPr marL="354326">
              <a:lnSpc>
                <a:spcPts val="1439"/>
              </a:lnSpc>
            </a:pPr>
            <a:r>
              <a:rPr sz="1300" spc="-8" dirty="0">
                <a:solidFill>
                  <a:srgbClr val="FFFFFF"/>
                </a:solidFill>
                <a:latin typeface="Times New Roman"/>
                <a:cs typeface="Times New Roman"/>
              </a:rPr>
              <a:t>&lt;/body&gt;</a:t>
            </a:r>
            <a:endParaRPr sz="1300">
              <a:latin typeface="Times New Roman"/>
              <a:cs typeface="Times New Roman"/>
            </a:endParaRPr>
          </a:p>
          <a:p>
            <a:pPr marL="76530">
              <a:lnSpc>
                <a:spcPts val="1471"/>
              </a:lnSpc>
            </a:pPr>
            <a:r>
              <a:rPr sz="1300" spc="-8" dirty="0">
                <a:solidFill>
                  <a:srgbClr val="FFFFFF"/>
                </a:solidFill>
                <a:latin typeface="Times New Roman"/>
                <a:cs typeface="Times New Roman"/>
              </a:rPr>
              <a:t>&lt;/html&gt;</a:t>
            </a:r>
            <a:endParaRPr sz="1300">
              <a:latin typeface="Times New Roman"/>
              <a:cs typeface="Times New Roman"/>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158" y="610362"/>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Specificity</a:t>
            </a:r>
            <a:endParaRPr sz="2000" b="1" u="sng" spc="-20" dirty="0">
              <a:solidFill>
                <a:schemeClr val="accent2">
                  <a:lumMod val="75000"/>
                </a:schemeClr>
              </a:solidFill>
              <a:latin typeface="Times New Roman" pitchFamily="18" charset="0"/>
              <a:cs typeface="Times New Roman" pitchFamily="18" charset="0"/>
            </a:endParaRPr>
          </a:p>
        </p:txBody>
      </p:sp>
      <p:sp>
        <p:nvSpPr>
          <p:cNvPr id="11" name="Rectangle 10"/>
          <p:cNvSpPr/>
          <p:nvPr/>
        </p:nvSpPr>
        <p:spPr>
          <a:xfrm>
            <a:off x="357158" y="1000114"/>
            <a:ext cx="8572560" cy="1631216"/>
          </a:xfrm>
          <a:prstGeom prst="rect">
            <a:avLst/>
          </a:prstGeom>
          <a:ln>
            <a:solidFill>
              <a:schemeClr val="tx2"/>
            </a:solidFill>
          </a:ln>
        </p:spPr>
        <p:txBody>
          <a:bodyPr wrap="square">
            <a:spAutoFit/>
          </a:bodyPr>
          <a:lstStyle/>
          <a:p>
            <a:pPr algn="just">
              <a:spcBef>
                <a:spcPts val="600"/>
              </a:spcBef>
              <a:spcAft>
                <a:spcPts val="600"/>
              </a:spcAft>
            </a:pPr>
            <a:r>
              <a:rPr lang="en-IN" sz="1600" dirty="0">
                <a:latin typeface="Times New Roman" pitchFamily="18" charset="0"/>
                <a:cs typeface="Times New Roman" pitchFamily="18" charset="0"/>
              </a:rPr>
              <a:t>What is Specificity?</a:t>
            </a:r>
          </a:p>
          <a:p>
            <a:pPr marL="363538" indent="-363538" algn="just">
              <a:spcBef>
                <a:spcPts val="600"/>
              </a:spcBef>
              <a:spcAft>
                <a:spcPts val="600"/>
              </a:spcAft>
              <a:buFont typeface="Wingdings" pitchFamily="2" charset="2"/>
              <a:buChar char="ü"/>
            </a:pPr>
            <a:r>
              <a:rPr lang="en-IN" sz="1600" dirty="0">
                <a:latin typeface="Times New Roman" pitchFamily="18" charset="0"/>
                <a:cs typeface="Times New Roman" pitchFamily="18" charset="0"/>
              </a:rPr>
              <a:t>If there are two or more CSS rules that point to the same element, the selector with the highest specificity will "win", and its style declaration will be applied to that HTML element.</a:t>
            </a:r>
          </a:p>
          <a:p>
            <a:pPr marL="363538" indent="-363538" algn="just">
              <a:spcBef>
                <a:spcPts val="600"/>
              </a:spcBef>
              <a:spcAft>
                <a:spcPts val="600"/>
              </a:spcAft>
              <a:buFont typeface="Wingdings" pitchFamily="2" charset="2"/>
              <a:buChar char="ü"/>
            </a:pPr>
            <a:r>
              <a:rPr lang="en-IN" sz="1600" dirty="0">
                <a:latin typeface="Times New Roman" pitchFamily="18" charset="0"/>
                <a:cs typeface="Times New Roman" pitchFamily="18" charset="0"/>
              </a:rPr>
              <a:t>Think of specificity as a hierarchy that determines which style declaration is ultimately applied to an element.</a:t>
            </a:r>
          </a:p>
        </p:txBody>
      </p:sp>
      <p:pic>
        <p:nvPicPr>
          <p:cNvPr id="1027" name="Picture 3"/>
          <p:cNvPicPr>
            <a:picLocks noChangeAspect="1" noChangeArrowheads="1"/>
          </p:cNvPicPr>
          <p:nvPr/>
        </p:nvPicPr>
        <p:blipFill>
          <a:blip r:embed="rId2"/>
          <a:srcRect/>
          <a:stretch>
            <a:fillRect/>
          </a:stretch>
        </p:blipFill>
        <p:spPr bwMode="auto">
          <a:xfrm>
            <a:off x="1928794" y="2714626"/>
            <a:ext cx="2417763" cy="2238375"/>
          </a:xfrm>
          <a:prstGeom prst="rect">
            <a:avLst/>
          </a:prstGeom>
          <a:noFill/>
          <a:ln w="9525">
            <a:solidFill>
              <a:schemeClr val="tx2"/>
            </a:solid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4500562" y="3286130"/>
            <a:ext cx="1767402" cy="785818"/>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158" y="610362"/>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Specificity</a:t>
            </a:r>
            <a:endParaRPr sz="2000" b="1" u="sng" spc="-20" dirty="0">
              <a:solidFill>
                <a:schemeClr val="accent2">
                  <a:lumMod val="75000"/>
                </a:schemeClr>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470145" y="1263650"/>
            <a:ext cx="8245259" cy="3165488"/>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158" y="610362"/>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Combining and layering selectors</a:t>
            </a:r>
            <a:endParaRPr sz="2000" b="1" u="sng" spc="-20" dirty="0">
              <a:solidFill>
                <a:schemeClr val="accent2">
                  <a:lumMod val="75000"/>
                </a:schemeClr>
              </a:solidFill>
              <a:latin typeface="Times New Roman" pitchFamily="18" charset="0"/>
              <a:cs typeface="Times New Roman" pitchFamily="18" charset="0"/>
            </a:endParaRPr>
          </a:p>
        </p:txBody>
      </p:sp>
      <p:sp>
        <p:nvSpPr>
          <p:cNvPr id="11" name="Rectangle 10"/>
          <p:cNvSpPr/>
          <p:nvPr/>
        </p:nvSpPr>
        <p:spPr>
          <a:xfrm>
            <a:off x="357158" y="1428742"/>
            <a:ext cx="8572560" cy="2092881"/>
          </a:xfrm>
          <a:prstGeom prst="rect">
            <a:avLst/>
          </a:prstGeom>
          <a:ln>
            <a:solidFill>
              <a:schemeClr val="tx2"/>
            </a:solidFill>
          </a:ln>
        </p:spPr>
        <p:txBody>
          <a:bodyPr wrap="square">
            <a:spAutoFit/>
          </a:bodyPr>
          <a:lstStyle/>
          <a:p>
            <a:pPr marL="342900" indent="-342900" algn="just">
              <a:spcBef>
                <a:spcPts val="600"/>
              </a:spcBef>
              <a:spcAft>
                <a:spcPts val="600"/>
              </a:spcAft>
              <a:buFont typeface="+mj-lt"/>
              <a:buAutoNum type="alphaLcParenR"/>
            </a:pPr>
            <a:r>
              <a:rPr lang="en-IN" dirty="0" smtClean="0">
                <a:solidFill>
                  <a:srgbClr val="0070C0"/>
                </a:solidFill>
                <a:latin typeface="Times New Roman" pitchFamily="18" charset="0"/>
                <a:cs typeface="Times New Roman" pitchFamily="18" charset="0"/>
              </a:rPr>
              <a:t>Grouping Selectors (,) </a:t>
            </a:r>
          </a:p>
          <a:p>
            <a:pPr marL="342900" indent="-342900" algn="just">
              <a:spcBef>
                <a:spcPts val="600"/>
              </a:spcBef>
              <a:spcAft>
                <a:spcPts val="600"/>
              </a:spcAft>
              <a:buFont typeface="+mj-lt"/>
              <a:buAutoNum type="alphaLcParenR"/>
            </a:pPr>
            <a:r>
              <a:rPr lang="en-IN" dirty="0" smtClean="0">
                <a:solidFill>
                  <a:srgbClr val="0070C0"/>
                </a:solidFill>
                <a:latin typeface="Times New Roman" pitchFamily="18" charset="0"/>
                <a:cs typeface="Times New Roman" pitchFamily="18" charset="0"/>
              </a:rPr>
              <a:t>Child Selector (&gt; )</a:t>
            </a:r>
          </a:p>
          <a:p>
            <a:pPr marL="342900" indent="-342900" algn="just">
              <a:spcBef>
                <a:spcPts val="600"/>
              </a:spcBef>
              <a:spcAft>
                <a:spcPts val="600"/>
              </a:spcAft>
              <a:buFont typeface="+mj-lt"/>
              <a:buAutoNum type="alphaLcParenR"/>
            </a:pPr>
            <a:r>
              <a:rPr lang="en-IN" dirty="0" smtClean="0">
                <a:solidFill>
                  <a:srgbClr val="0070C0"/>
                </a:solidFill>
                <a:latin typeface="Times New Roman" pitchFamily="18" charset="0"/>
                <a:cs typeface="Times New Roman" pitchFamily="18" charset="0"/>
              </a:rPr>
              <a:t>Adjacent Sibling Selector (+)</a:t>
            </a:r>
          </a:p>
          <a:p>
            <a:pPr marL="342900" indent="-342900" algn="just">
              <a:spcBef>
                <a:spcPts val="600"/>
              </a:spcBef>
              <a:spcAft>
                <a:spcPts val="600"/>
              </a:spcAft>
              <a:buFont typeface="+mj-lt"/>
              <a:buAutoNum type="alphaLcParenR"/>
            </a:pPr>
            <a:r>
              <a:rPr lang="en-IN" dirty="0" smtClean="0">
                <a:solidFill>
                  <a:srgbClr val="0070C0"/>
                </a:solidFill>
                <a:latin typeface="Times New Roman" pitchFamily="18" charset="0"/>
                <a:cs typeface="Times New Roman" pitchFamily="18" charset="0"/>
              </a:rPr>
              <a:t>General Sibling Selector (~)</a:t>
            </a:r>
          </a:p>
          <a:p>
            <a:pPr marL="342900" indent="-342900" algn="just">
              <a:spcBef>
                <a:spcPts val="600"/>
              </a:spcBef>
              <a:spcAft>
                <a:spcPts val="600"/>
              </a:spcAft>
              <a:buFont typeface="+mj-lt"/>
              <a:buAutoNum type="alphaLcParenR"/>
            </a:pPr>
            <a:r>
              <a:rPr lang="en-IN" dirty="0" smtClean="0">
                <a:solidFill>
                  <a:srgbClr val="7030A0"/>
                </a:solidFill>
                <a:latin typeface="Times New Roman" pitchFamily="18" charset="0"/>
                <a:cs typeface="Times New Roman" pitchFamily="18" charset="0"/>
              </a:rPr>
              <a:t>Layering with Specificity</a:t>
            </a:r>
            <a:endParaRPr lang="en-IN" dirty="0">
              <a:solidFill>
                <a:srgbClr val="7030A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158" y="610362"/>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Combining and layering selectors</a:t>
            </a:r>
            <a:endParaRPr sz="2000" b="1" u="sng" spc="-20" dirty="0">
              <a:solidFill>
                <a:schemeClr val="accent2">
                  <a:lumMod val="75000"/>
                </a:schemeClr>
              </a:solidFill>
              <a:latin typeface="Times New Roman" pitchFamily="18" charset="0"/>
              <a:cs typeface="Times New Roman" pitchFamily="18" charset="0"/>
            </a:endParaRPr>
          </a:p>
        </p:txBody>
      </p:sp>
      <p:sp>
        <p:nvSpPr>
          <p:cNvPr id="11" name="Rectangle 10"/>
          <p:cNvSpPr/>
          <p:nvPr/>
        </p:nvSpPr>
        <p:spPr>
          <a:xfrm>
            <a:off x="357158" y="1428742"/>
            <a:ext cx="8572560" cy="769441"/>
          </a:xfrm>
          <a:prstGeom prst="rect">
            <a:avLst/>
          </a:prstGeom>
          <a:ln>
            <a:solidFill>
              <a:schemeClr val="tx2"/>
            </a:solidFill>
          </a:ln>
        </p:spPr>
        <p:txBody>
          <a:bodyPr wrap="square">
            <a:spAutoFit/>
          </a:bodyPr>
          <a:lstStyle/>
          <a:p>
            <a:pPr marL="342900" indent="-342900" algn="just">
              <a:spcBef>
                <a:spcPts val="600"/>
              </a:spcBef>
              <a:spcAft>
                <a:spcPts val="600"/>
              </a:spcAft>
              <a:buFont typeface="+mj-lt"/>
              <a:buAutoNum type="alphaLcParenR"/>
            </a:pPr>
            <a:r>
              <a:rPr lang="en-IN" dirty="0" smtClean="0">
                <a:solidFill>
                  <a:srgbClr val="0070C0"/>
                </a:solidFill>
                <a:latin typeface="Times New Roman" pitchFamily="18" charset="0"/>
                <a:cs typeface="Times New Roman" pitchFamily="18" charset="0"/>
              </a:rPr>
              <a:t>Grouping Selectors  (,)</a:t>
            </a:r>
          </a:p>
          <a:p>
            <a:pPr marL="1257300" lvl="2" indent="-342900" algn="just">
              <a:spcBef>
                <a:spcPts val="600"/>
              </a:spcBef>
              <a:spcAft>
                <a:spcPts val="600"/>
              </a:spcAft>
            </a:pPr>
            <a:r>
              <a:rPr lang="en-IN" sz="1600" dirty="0" smtClean="0">
                <a:latin typeface="Times New Roman" pitchFamily="18" charset="0"/>
                <a:cs typeface="Times New Roman" pitchFamily="18" charset="0"/>
              </a:rPr>
              <a:t>Applies the same styles to multiple elements at once.</a:t>
            </a:r>
            <a:endParaRPr lang="en-IN" sz="1600" dirty="0" smtClean="0">
              <a:solidFill>
                <a:srgbClr val="0070C0"/>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1285852" y="2357436"/>
            <a:ext cx="2143140" cy="2428892"/>
          </a:xfrm>
          <a:prstGeom prst="rect">
            <a:avLst/>
          </a:prstGeom>
          <a:noFill/>
          <a:ln w="9525">
            <a:solidFill>
              <a:schemeClr val="tx2"/>
            </a:solid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286248" y="2714626"/>
            <a:ext cx="1419225" cy="1435100"/>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158" y="610362"/>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Combining and layering selectors</a:t>
            </a:r>
            <a:endParaRPr sz="2000" b="1" u="sng" spc="-20" dirty="0">
              <a:solidFill>
                <a:schemeClr val="accent2">
                  <a:lumMod val="75000"/>
                </a:schemeClr>
              </a:solidFill>
              <a:latin typeface="Times New Roman" pitchFamily="18" charset="0"/>
              <a:cs typeface="Times New Roman" pitchFamily="18" charset="0"/>
            </a:endParaRPr>
          </a:p>
        </p:txBody>
      </p:sp>
      <p:sp>
        <p:nvSpPr>
          <p:cNvPr id="11" name="Rectangle 10"/>
          <p:cNvSpPr/>
          <p:nvPr/>
        </p:nvSpPr>
        <p:spPr>
          <a:xfrm>
            <a:off x="357158" y="1000114"/>
            <a:ext cx="8572560" cy="769441"/>
          </a:xfrm>
          <a:prstGeom prst="rect">
            <a:avLst/>
          </a:prstGeom>
          <a:ln>
            <a:solidFill>
              <a:schemeClr val="tx2"/>
            </a:solidFill>
          </a:ln>
        </p:spPr>
        <p:txBody>
          <a:bodyPr wrap="square">
            <a:spAutoFit/>
          </a:bodyPr>
          <a:lstStyle/>
          <a:p>
            <a:pPr marL="342900" indent="-342900" algn="just">
              <a:spcBef>
                <a:spcPts val="600"/>
              </a:spcBef>
              <a:spcAft>
                <a:spcPts val="600"/>
              </a:spcAft>
            </a:pPr>
            <a:r>
              <a:rPr lang="en-IN" dirty="0" smtClean="0">
                <a:solidFill>
                  <a:srgbClr val="0070C0"/>
                </a:solidFill>
                <a:latin typeface="Times New Roman" pitchFamily="18" charset="0"/>
                <a:cs typeface="Times New Roman" pitchFamily="18" charset="0"/>
              </a:rPr>
              <a:t>Child Selector (&gt; )</a:t>
            </a:r>
          </a:p>
          <a:p>
            <a:pPr marL="1257300" lvl="2" indent="-342900" algn="just">
              <a:spcBef>
                <a:spcPts val="600"/>
              </a:spcBef>
              <a:spcAft>
                <a:spcPts val="600"/>
              </a:spcAft>
            </a:pPr>
            <a:r>
              <a:rPr lang="en-IN" sz="1600" dirty="0" smtClean="0">
                <a:latin typeface="Times New Roman" pitchFamily="18" charset="0"/>
                <a:cs typeface="Times New Roman" pitchFamily="18" charset="0"/>
              </a:rPr>
              <a:t>Selects direct children only.</a:t>
            </a:r>
            <a:endParaRPr lang="en-IN" sz="1600" dirty="0" smtClean="0">
              <a:solidFill>
                <a:srgbClr val="0070C0"/>
              </a:solidFill>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428596" y="1928808"/>
            <a:ext cx="5332413" cy="3051175"/>
          </a:xfrm>
          <a:prstGeom prst="rect">
            <a:avLst/>
          </a:prstGeom>
          <a:noFill/>
          <a:ln w="9525">
            <a:solidFill>
              <a:schemeClr val="tx2"/>
            </a:solid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6500826" y="2500312"/>
            <a:ext cx="1975099" cy="1143008"/>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158" y="610362"/>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Combining and layering selectors</a:t>
            </a:r>
            <a:endParaRPr sz="2000" b="1" u="sng" spc="-20" dirty="0">
              <a:solidFill>
                <a:schemeClr val="accent2">
                  <a:lumMod val="75000"/>
                </a:schemeClr>
              </a:solidFill>
              <a:latin typeface="Times New Roman" pitchFamily="18" charset="0"/>
              <a:cs typeface="Times New Roman" pitchFamily="18" charset="0"/>
            </a:endParaRPr>
          </a:p>
        </p:txBody>
      </p:sp>
      <p:sp>
        <p:nvSpPr>
          <p:cNvPr id="11" name="Rectangle 10"/>
          <p:cNvSpPr/>
          <p:nvPr/>
        </p:nvSpPr>
        <p:spPr>
          <a:xfrm>
            <a:off x="357158" y="1000114"/>
            <a:ext cx="8572560" cy="769441"/>
          </a:xfrm>
          <a:prstGeom prst="rect">
            <a:avLst/>
          </a:prstGeom>
          <a:ln>
            <a:solidFill>
              <a:schemeClr val="tx2"/>
            </a:solidFill>
          </a:ln>
        </p:spPr>
        <p:txBody>
          <a:bodyPr wrap="square">
            <a:spAutoFit/>
          </a:bodyPr>
          <a:lstStyle/>
          <a:p>
            <a:pPr marL="342900" indent="-342900" algn="just">
              <a:spcBef>
                <a:spcPts val="600"/>
              </a:spcBef>
              <a:spcAft>
                <a:spcPts val="600"/>
              </a:spcAft>
            </a:pPr>
            <a:r>
              <a:rPr lang="en-IN" dirty="0" smtClean="0">
                <a:solidFill>
                  <a:srgbClr val="0070C0"/>
                </a:solidFill>
                <a:latin typeface="Times New Roman" pitchFamily="18" charset="0"/>
                <a:cs typeface="Times New Roman" pitchFamily="18" charset="0"/>
              </a:rPr>
              <a:t>Adjacent Sibling Selector (+)</a:t>
            </a:r>
          </a:p>
          <a:p>
            <a:pPr marL="1257300" lvl="2" indent="-342900" algn="just">
              <a:spcBef>
                <a:spcPts val="600"/>
              </a:spcBef>
              <a:spcAft>
                <a:spcPts val="600"/>
              </a:spcAft>
            </a:pPr>
            <a:r>
              <a:rPr lang="en-IN" sz="1600" dirty="0" smtClean="0">
                <a:latin typeface="Times New Roman" pitchFamily="18" charset="0"/>
                <a:cs typeface="Times New Roman" pitchFamily="18" charset="0"/>
              </a:rPr>
              <a:t>Selects an element that is immediately after another.</a:t>
            </a:r>
            <a:endParaRPr lang="en-IN" sz="1600" dirty="0" smtClean="0">
              <a:solidFill>
                <a:srgbClr val="0070C0"/>
              </a:solidFill>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srcRect/>
          <a:stretch>
            <a:fillRect/>
          </a:stretch>
        </p:blipFill>
        <p:spPr bwMode="auto">
          <a:xfrm>
            <a:off x="857224" y="2071683"/>
            <a:ext cx="3143272" cy="2836089"/>
          </a:xfrm>
          <a:prstGeom prst="rect">
            <a:avLst/>
          </a:prstGeom>
          <a:noFill/>
          <a:ln w="9525">
            <a:solidFill>
              <a:schemeClr val="tx2"/>
            </a:solid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5214942" y="2571750"/>
            <a:ext cx="2163908" cy="1571636"/>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158" y="610362"/>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Combining and layering selectors</a:t>
            </a:r>
            <a:endParaRPr sz="2000" b="1" u="sng" spc="-20" dirty="0">
              <a:solidFill>
                <a:schemeClr val="accent2">
                  <a:lumMod val="75000"/>
                </a:schemeClr>
              </a:solidFill>
              <a:latin typeface="Times New Roman" pitchFamily="18" charset="0"/>
              <a:cs typeface="Times New Roman" pitchFamily="18" charset="0"/>
            </a:endParaRPr>
          </a:p>
        </p:txBody>
      </p:sp>
      <p:sp>
        <p:nvSpPr>
          <p:cNvPr id="11" name="Rectangle 10"/>
          <p:cNvSpPr/>
          <p:nvPr/>
        </p:nvSpPr>
        <p:spPr>
          <a:xfrm>
            <a:off x="357158" y="1000114"/>
            <a:ext cx="8572560" cy="769441"/>
          </a:xfrm>
          <a:prstGeom prst="rect">
            <a:avLst/>
          </a:prstGeom>
          <a:ln>
            <a:solidFill>
              <a:schemeClr val="tx2"/>
            </a:solidFill>
          </a:ln>
        </p:spPr>
        <p:txBody>
          <a:bodyPr wrap="square">
            <a:spAutoFit/>
          </a:bodyPr>
          <a:lstStyle/>
          <a:p>
            <a:pPr marL="342900" indent="-342900" algn="just">
              <a:spcBef>
                <a:spcPts val="600"/>
              </a:spcBef>
              <a:spcAft>
                <a:spcPts val="600"/>
              </a:spcAft>
            </a:pPr>
            <a:r>
              <a:rPr lang="en-IN" dirty="0" smtClean="0">
                <a:solidFill>
                  <a:srgbClr val="0070C0"/>
                </a:solidFill>
                <a:latin typeface="Times New Roman" pitchFamily="18" charset="0"/>
                <a:cs typeface="Times New Roman" pitchFamily="18" charset="0"/>
              </a:rPr>
              <a:t>General Sibling Selector (~) </a:t>
            </a:r>
          </a:p>
          <a:p>
            <a:pPr marL="342900" indent="-342900" algn="just">
              <a:spcBef>
                <a:spcPts val="600"/>
              </a:spcBef>
              <a:spcAft>
                <a:spcPts val="600"/>
              </a:spcAft>
            </a:pPr>
            <a:r>
              <a:rPr lang="en-IN" sz="1600" dirty="0">
                <a:solidFill>
                  <a:srgbClr val="0070C0"/>
                </a:solidFill>
                <a:latin typeface="Times New Roman" pitchFamily="18" charset="0"/>
                <a:cs typeface="Times New Roman" pitchFamily="18" charset="0"/>
              </a:rPr>
              <a:t>	</a:t>
            </a:r>
            <a:r>
              <a:rPr lang="en-IN" sz="1600" dirty="0" smtClean="0">
                <a:latin typeface="Times New Roman" pitchFamily="18" charset="0"/>
                <a:cs typeface="Times New Roman" pitchFamily="18" charset="0"/>
              </a:rPr>
              <a:t> Selects all siblings after a specific element.</a:t>
            </a:r>
            <a:endParaRPr lang="en-IN" sz="1600" dirty="0" smtClean="0">
              <a:solidFill>
                <a:srgbClr val="0070C0"/>
              </a:solidFill>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srcRect/>
          <a:stretch>
            <a:fillRect/>
          </a:stretch>
        </p:blipFill>
        <p:spPr bwMode="auto">
          <a:xfrm>
            <a:off x="1214414" y="1857370"/>
            <a:ext cx="2643206" cy="3182243"/>
          </a:xfrm>
          <a:prstGeom prst="rect">
            <a:avLst/>
          </a:prstGeom>
          <a:noFill/>
          <a:ln w="9525">
            <a:solidFill>
              <a:schemeClr val="tx2"/>
            </a:solid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4929190" y="2428874"/>
            <a:ext cx="2143140" cy="2092458"/>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158" y="610362"/>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Combining and layering selectors</a:t>
            </a:r>
            <a:endParaRPr sz="2000" b="1" u="sng" spc="-20" dirty="0">
              <a:solidFill>
                <a:schemeClr val="accent2">
                  <a:lumMod val="75000"/>
                </a:schemeClr>
              </a:solidFill>
              <a:latin typeface="Times New Roman" pitchFamily="18" charset="0"/>
              <a:cs typeface="Times New Roman" pitchFamily="18" charset="0"/>
            </a:endParaRPr>
          </a:p>
        </p:txBody>
      </p:sp>
      <p:sp>
        <p:nvSpPr>
          <p:cNvPr id="11" name="Rectangle 10"/>
          <p:cNvSpPr/>
          <p:nvPr/>
        </p:nvSpPr>
        <p:spPr>
          <a:xfrm>
            <a:off x="357158" y="1000114"/>
            <a:ext cx="8572560" cy="769441"/>
          </a:xfrm>
          <a:prstGeom prst="rect">
            <a:avLst/>
          </a:prstGeom>
          <a:ln>
            <a:solidFill>
              <a:schemeClr val="tx2"/>
            </a:solidFill>
          </a:ln>
        </p:spPr>
        <p:txBody>
          <a:bodyPr wrap="square">
            <a:spAutoFit/>
          </a:bodyPr>
          <a:lstStyle/>
          <a:p>
            <a:pPr marL="342900" indent="-342900" algn="just">
              <a:spcBef>
                <a:spcPts val="600"/>
              </a:spcBef>
              <a:spcAft>
                <a:spcPts val="600"/>
              </a:spcAft>
            </a:pPr>
            <a:r>
              <a:rPr lang="en-IN" dirty="0" smtClean="0">
                <a:solidFill>
                  <a:srgbClr val="0070C0"/>
                </a:solidFill>
                <a:latin typeface="Times New Roman" pitchFamily="18" charset="0"/>
                <a:cs typeface="Times New Roman" pitchFamily="18" charset="0"/>
              </a:rPr>
              <a:t>Layering with Specificity</a:t>
            </a:r>
          </a:p>
          <a:p>
            <a:pPr marL="342900" indent="-342900" algn="just">
              <a:spcBef>
                <a:spcPts val="600"/>
              </a:spcBef>
              <a:spcAft>
                <a:spcPts val="600"/>
              </a:spcAft>
            </a:pPr>
            <a:r>
              <a:rPr lang="en-IN" sz="1600" dirty="0">
                <a:solidFill>
                  <a:srgbClr val="0070C0"/>
                </a:solidFill>
                <a:latin typeface="Times New Roman" pitchFamily="18" charset="0"/>
                <a:cs typeface="Times New Roman" pitchFamily="18" charset="0"/>
              </a:rPr>
              <a:t>	</a:t>
            </a:r>
            <a:r>
              <a:rPr lang="en-IN" sz="1600" dirty="0" smtClean="0">
                <a:latin typeface="Times New Roman" pitchFamily="18" charset="0"/>
                <a:cs typeface="Times New Roman" pitchFamily="18" charset="0"/>
              </a:rPr>
              <a:t> More specific selectors override less specific ones.</a:t>
            </a:r>
            <a:endParaRPr lang="en-IN" sz="1600" dirty="0" smtClean="0">
              <a:solidFill>
                <a:srgbClr val="0070C0"/>
              </a:solidFill>
              <a:latin typeface="Times New Roman" pitchFamily="18" charset="0"/>
              <a:cs typeface="Times New Roman" pitchFamily="18" charset="0"/>
            </a:endParaRPr>
          </a:p>
        </p:txBody>
      </p:sp>
      <p:pic>
        <p:nvPicPr>
          <p:cNvPr id="7170" name="Picture 2"/>
          <p:cNvPicPr>
            <a:picLocks noChangeAspect="1" noChangeArrowheads="1"/>
          </p:cNvPicPr>
          <p:nvPr/>
        </p:nvPicPr>
        <p:blipFill>
          <a:blip r:embed="rId2"/>
          <a:srcRect/>
          <a:stretch>
            <a:fillRect/>
          </a:stretch>
        </p:blipFill>
        <p:spPr bwMode="auto">
          <a:xfrm>
            <a:off x="874706" y="1866917"/>
            <a:ext cx="2768600" cy="3205163"/>
          </a:xfrm>
          <a:prstGeom prst="rect">
            <a:avLst/>
          </a:prstGeom>
          <a:noFill/>
          <a:ln w="9525">
            <a:solidFill>
              <a:schemeClr val="tx2"/>
            </a:solid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4786314" y="2214560"/>
            <a:ext cx="2034812" cy="1785950"/>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85918" y="142858"/>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Backgrounds</a:t>
            </a:r>
            <a:endParaRPr sz="2000" b="1" u="sng" spc="-20" dirty="0">
              <a:solidFill>
                <a:schemeClr val="accent2">
                  <a:lumMod val="75000"/>
                </a:schemeClr>
              </a:solidFill>
              <a:latin typeface="Times New Roman" pitchFamily="18" charset="0"/>
              <a:cs typeface="Times New Roman" pitchFamily="18" charset="0"/>
            </a:endParaRPr>
          </a:p>
        </p:txBody>
      </p:sp>
      <p:sp>
        <p:nvSpPr>
          <p:cNvPr id="11" name="Rectangle 10"/>
          <p:cNvSpPr/>
          <p:nvPr/>
        </p:nvSpPr>
        <p:spPr>
          <a:xfrm>
            <a:off x="357158" y="571486"/>
            <a:ext cx="8572560" cy="523220"/>
          </a:xfrm>
          <a:prstGeom prst="rect">
            <a:avLst/>
          </a:prstGeom>
          <a:ln>
            <a:solidFill>
              <a:schemeClr val="tx2"/>
            </a:solidFill>
          </a:ln>
        </p:spPr>
        <p:txBody>
          <a:bodyPr wrap="square">
            <a:spAutoFit/>
          </a:bodyPr>
          <a:lstStyle/>
          <a:p>
            <a:pPr algn="just">
              <a:spcBef>
                <a:spcPts val="600"/>
              </a:spcBef>
              <a:spcAft>
                <a:spcPts val="600"/>
              </a:spcAft>
            </a:pPr>
            <a:r>
              <a:rPr lang="en-IN" sz="1400" dirty="0" smtClean="0">
                <a:latin typeface="Times New Roman" pitchFamily="18" charset="0"/>
                <a:cs typeface="Times New Roman" pitchFamily="18" charset="0"/>
              </a:rPr>
              <a:t>CSS background property is used to define the background effects on element/page. There are 5 CSS background properties that affects the HTML elements:</a:t>
            </a:r>
          </a:p>
        </p:txBody>
      </p:sp>
      <p:graphicFrame>
        <p:nvGraphicFramePr>
          <p:cNvPr id="5" name="object 9"/>
          <p:cNvGraphicFramePr>
            <a:graphicFrameLocks noGrp="1"/>
          </p:cNvGraphicFramePr>
          <p:nvPr/>
        </p:nvGraphicFramePr>
        <p:xfrm>
          <a:off x="1000100" y="1180355"/>
          <a:ext cx="7508776" cy="3943349"/>
        </p:xfrm>
        <a:graphic>
          <a:graphicData uri="http://schemas.openxmlformats.org/drawingml/2006/table">
            <a:tbl>
              <a:tblPr firstRow="1" bandRow="1"/>
              <a:tblGrid>
                <a:gridCol w="2209020"/>
                <a:gridCol w="5299756"/>
              </a:tblGrid>
              <a:tr h="212475">
                <a:tc>
                  <a:txBody>
                    <a:bodyPr/>
                    <a:lstStyle>
                      <a:defPPr>
                        <a:defRPr lang="en-US"/>
                      </a:defPPr>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3970" algn="ctr">
                        <a:lnSpc>
                          <a:spcPct val="100000"/>
                        </a:lnSpc>
                        <a:spcBef>
                          <a:spcPts val="894"/>
                        </a:spcBef>
                      </a:pPr>
                      <a:r>
                        <a:rPr sz="1200" b="1" dirty="0">
                          <a:latin typeface="Times New Roman" pitchFamily="18" charset="0"/>
                          <a:cs typeface="Times New Roman" pitchFamily="18" charset="0"/>
                        </a:rPr>
                        <a:t>Background</a:t>
                      </a:r>
                      <a:r>
                        <a:rPr sz="1200" b="1" spc="-40" dirty="0">
                          <a:latin typeface="Times New Roman" pitchFamily="18" charset="0"/>
                          <a:cs typeface="Times New Roman" pitchFamily="18" charset="0"/>
                        </a:rPr>
                        <a:t> </a:t>
                      </a:r>
                      <a:r>
                        <a:rPr sz="1200" b="1" spc="-10" dirty="0">
                          <a:latin typeface="Times New Roman" pitchFamily="18" charset="0"/>
                          <a:cs typeface="Times New Roman" pitchFamily="18" charset="0"/>
                        </a:rPr>
                        <a:t>Property</a:t>
                      </a:r>
                      <a:endParaRPr sz="1200">
                        <a:latin typeface="Times New Roman" pitchFamily="18" charset="0"/>
                        <a:cs typeface="Times New Roman" pitchFamily="18" charset="0"/>
                      </a:endParaRPr>
                    </a:p>
                  </a:txBody>
                  <a:tcPr marL="0" marR="0" marT="11366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lnTlToBr w="12700" cmpd="sng">
                      <a:noFill/>
                      <a:prstDash val="solid"/>
                    </a:lnTlToBr>
                    <a:lnBlToTr w="12700" cmpd="sng">
                      <a:noFill/>
                      <a:prstDash val="solid"/>
                    </a:lnBlToTr>
                    <a:noFill/>
                  </a:tcPr>
                </a:tc>
                <a:tc>
                  <a:txBody>
                    <a:bodyPr/>
                    <a:lstStyle>
                      <a:defPPr>
                        <a:defRPr lang="en-US"/>
                      </a:defPPr>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spcBef>
                          <a:spcPts val="894"/>
                        </a:spcBef>
                      </a:pPr>
                      <a:r>
                        <a:rPr sz="1200" b="1" spc="-10" dirty="0">
                          <a:latin typeface="Times New Roman" pitchFamily="18" charset="0"/>
                          <a:cs typeface="Times New Roman" pitchFamily="18" charset="0"/>
                        </a:rPr>
                        <a:t>Description</a:t>
                      </a:r>
                      <a:endParaRPr sz="1200">
                        <a:latin typeface="Times New Roman" pitchFamily="18" charset="0"/>
                        <a:cs typeface="Times New Roman" pitchFamily="18" charset="0"/>
                      </a:endParaRPr>
                    </a:p>
                  </a:txBody>
                  <a:tcPr marL="0" marR="0" marT="11366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lnTlToBr w="12700" cmpd="sng">
                      <a:noFill/>
                      <a:prstDash val="solid"/>
                    </a:lnTlToBr>
                    <a:lnBlToTr w="12700" cmpd="sng">
                      <a:noFill/>
                      <a:prstDash val="solid"/>
                    </a:lnBlToTr>
                    <a:noFill/>
                  </a:tcPr>
                </a:tc>
              </a:tr>
              <a:tr h="2734890">
                <a:tc>
                  <a:txBody>
                    <a:bodyPr/>
                    <a:lstStyle>
                      <a:defPPr>
                        <a:defRPr lang="en-US"/>
                      </a:defPPr>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pPr>
                      <a:endParaRPr sz="1200">
                        <a:latin typeface="Times New Roman" pitchFamily="18" charset="0"/>
                        <a:cs typeface="Times New Roman" pitchFamily="18" charset="0"/>
                      </a:endParaRPr>
                    </a:p>
                    <a:p>
                      <a:pPr>
                        <a:lnSpc>
                          <a:spcPct val="100000"/>
                        </a:lnSpc>
                      </a:pPr>
                      <a:endParaRPr sz="1200">
                        <a:latin typeface="Times New Roman" pitchFamily="18" charset="0"/>
                        <a:cs typeface="Times New Roman" pitchFamily="18" charset="0"/>
                      </a:endParaRPr>
                    </a:p>
                    <a:p>
                      <a:pPr>
                        <a:lnSpc>
                          <a:spcPct val="100000"/>
                        </a:lnSpc>
                      </a:pPr>
                      <a:endParaRPr sz="1200">
                        <a:latin typeface="Times New Roman" pitchFamily="18" charset="0"/>
                        <a:cs typeface="Times New Roman" pitchFamily="18" charset="0"/>
                      </a:endParaRPr>
                    </a:p>
                    <a:p>
                      <a:pPr>
                        <a:lnSpc>
                          <a:spcPct val="100000"/>
                        </a:lnSpc>
                      </a:pPr>
                      <a:endParaRPr sz="1200">
                        <a:latin typeface="Times New Roman" pitchFamily="18" charset="0"/>
                        <a:cs typeface="Times New Roman" pitchFamily="18" charset="0"/>
                      </a:endParaRPr>
                    </a:p>
                    <a:p>
                      <a:pPr>
                        <a:lnSpc>
                          <a:spcPct val="100000"/>
                        </a:lnSpc>
                      </a:pPr>
                      <a:endParaRPr sz="1200">
                        <a:latin typeface="Times New Roman" pitchFamily="18" charset="0"/>
                        <a:cs typeface="Times New Roman" pitchFamily="18" charset="0"/>
                      </a:endParaRPr>
                    </a:p>
                    <a:p>
                      <a:pPr>
                        <a:lnSpc>
                          <a:spcPct val="100000"/>
                        </a:lnSpc>
                      </a:pPr>
                      <a:endParaRPr sz="1200">
                        <a:latin typeface="Times New Roman" pitchFamily="18" charset="0"/>
                        <a:cs typeface="Times New Roman" pitchFamily="18" charset="0"/>
                      </a:endParaRPr>
                    </a:p>
                    <a:p>
                      <a:pPr>
                        <a:lnSpc>
                          <a:spcPct val="100000"/>
                        </a:lnSpc>
                      </a:pPr>
                      <a:endParaRPr sz="1200">
                        <a:latin typeface="Times New Roman" pitchFamily="18" charset="0"/>
                        <a:cs typeface="Times New Roman" pitchFamily="18" charset="0"/>
                      </a:endParaRPr>
                    </a:p>
                    <a:p>
                      <a:pPr>
                        <a:lnSpc>
                          <a:spcPct val="100000"/>
                        </a:lnSpc>
                        <a:spcBef>
                          <a:spcPts val="1625"/>
                        </a:spcBef>
                      </a:pPr>
                      <a:endParaRPr sz="1200">
                        <a:latin typeface="Times New Roman" pitchFamily="18" charset="0"/>
                        <a:cs typeface="Times New Roman" pitchFamily="18" charset="0"/>
                      </a:endParaRPr>
                    </a:p>
                    <a:p>
                      <a:pPr marL="14604" algn="ctr">
                        <a:lnSpc>
                          <a:spcPct val="100000"/>
                        </a:lnSpc>
                      </a:pPr>
                      <a:r>
                        <a:rPr sz="1200" spc="-10" dirty="0">
                          <a:latin typeface="Times New Roman" pitchFamily="18" charset="0"/>
                          <a:cs typeface="Times New Roman" pitchFamily="18" charset="0"/>
                        </a:rPr>
                        <a:t>background-color</a:t>
                      </a:r>
                      <a:endParaRPr sz="1200">
                        <a:latin typeface="Times New Roman" pitchFamily="18" charset="0"/>
                        <a:cs typeface="Times New Roman" pitchFamily="18" charset="0"/>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lnTlToBr w="12700" cmpd="sng">
                      <a:noFill/>
                      <a:prstDash val="solid"/>
                    </a:lnTlToBr>
                    <a:lnBlToTr w="12700" cmpd="sng">
                      <a:noFill/>
                      <a:prstDash val="solid"/>
                    </a:lnBlToTr>
                    <a:noFill/>
                  </a:tcPr>
                </a:tc>
                <a:tc>
                  <a:txBody>
                    <a:bodyPr/>
                    <a:lstStyle>
                      <a:defPPr>
                        <a:defRPr lang="en-US"/>
                      </a:defPPr>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spcBef>
                          <a:spcPts val="715"/>
                        </a:spcBef>
                      </a:pPr>
                      <a:endParaRPr sz="1200">
                        <a:latin typeface="Times New Roman" pitchFamily="18" charset="0"/>
                        <a:cs typeface="Times New Roman" pitchFamily="18" charset="0"/>
                      </a:endParaRPr>
                    </a:p>
                    <a:p>
                      <a:pPr marL="3218815">
                        <a:lnSpc>
                          <a:spcPct val="100000"/>
                        </a:lnSpc>
                      </a:pPr>
                      <a:r>
                        <a:rPr sz="1200" dirty="0">
                          <a:solidFill>
                            <a:schemeClr val="tx1"/>
                          </a:solidFill>
                          <a:latin typeface="Times New Roman" pitchFamily="18" charset="0"/>
                          <a:cs typeface="Times New Roman" pitchFamily="18" charset="0"/>
                        </a:rPr>
                        <a:t>h1</a:t>
                      </a:r>
                      <a:r>
                        <a:rPr sz="1200" spc="-20" dirty="0">
                          <a:solidFill>
                            <a:schemeClr val="tx1"/>
                          </a:solidFill>
                          <a:latin typeface="Times New Roman" pitchFamily="18" charset="0"/>
                          <a:cs typeface="Times New Roman" pitchFamily="18" charset="0"/>
                        </a:rPr>
                        <a:t> </a:t>
                      </a:r>
                      <a:r>
                        <a:rPr sz="1200" spc="-50" dirty="0">
                          <a:solidFill>
                            <a:schemeClr val="tx1"/>
                          </a:solidFill>
                          <a:latin typeface="Times New Roman" pitchFamily="18" charset="0"/>
                          <a:cs typeface="Times New Roman" pitchFamily="18" charset="0"/>
                        </a:rPr>
                        <a:t>{</a:t>
                      </a:r>
                      <a:endParaRPr sz="1200">
                        <a:solidFill>
                          <a:schemeClr val="tx1"/>
                        </a:solidFill>
                        <a:latin typeface="Times New Roman" pitchFamily="18" charset="0"/>
                        <a:cs typeface="Times New Roman" pitchFamily="18" charset="0"/>
                      </a:endParaRPr>
                    </a:p>
                    <a:p>
                      <a:pPr marL="210185">
                        <a:lnSpc>
                          <a:spcPct val="100000"/>
                        </a:lnSpc>
                        <a:spcBef>
                          <a:spcPts val="60"/>
                        </a:spcBef>
                        <a:tabLst>
                          <a:tab pos="3319145" algn="l"/>
                        </a:tabLst>
                      </a:pPr>
                      <a:r>
                        <a:rPr sz="1200" b="1" spc="-30" baseline="-17361" dirty="0">
                          <a:solidFill>
                            <a:schemeClr val="tx1"/>
                          </a:solidFill>
                          <a:latin typeface="Times New Roman" pitchFamily="18" charset="0"/>
                          <a:cs typeface="Times New Roman" pitchFamily="18" charset="0"/>
                        </a:rPr>
                        <a:t>body</a:t>
                      </a:r>
                      <a:r>
                        <a:rPr sz="1200" b="1" baseline="-17361" dirty="0">
                          <a:solidFill>
                            <a:schemeClr val="tx1"/>
                          </a:solidFill>
                          <a:latin typeface="Times New Roman" pitchFamily="18" charset="0"/>
                          <a:cs typeface="Times New Roman" pitchFamily="18" charset="0"/>
                        </a:rPr>
                        <a:t>	</a:t>
                      </a:r>
                      <a:r>
                        <a:rPr sz="1200" spc="-10" dirty="0">
                          <a:solidFill>
                            <a:schemeClr val="tx1"/>
                          </a:solidFill>
                          <a:latin typeface="Times New Roman" pitchFamily="18" charset="0"/>
                          <a:cs typeface="Times New Roman" pitchFamily="18" charset="0"/>
                        </a:rPr>
                        <a:t>background-</a:t>
                      </a:r>
                      <a:r>
                        <a:rPr sz="1200" dirty="0">
                          <a:solidFill>
                            <a:schemeClr val="tx1"/>
                          </a:solidFill>
                          <a:latin typeface="Times New Roman" pitchFamily="18" charset="0"/>
                          <a:cs typeface="Times New Roman" pitchFamily="18" charset="0"/>
                        </a:rPr>
                        <a:t>color:</a:t>
                      </a:r>
                      <a:r>
                        <a:rPr sz="1200" spc="-20" dirty="0">
                          <a:solidFill>
                            <a:schemeClr val="tx1"/>
                          </a:solidFill>
                          <a:latin typeface="Times New Roman" pitchFamily="18" charset="0"/>
                          <a:cs typeface="Times New Roman" pitchFamily="18" charset="0"/>
                        </a:rPr>
                        <a:t> </a:t>
                      </a:r>
                      <a:r>
                        <a:rPr sz="1200" spc="-10" dirty="0">
                          <a:solidFill>
                            <a:schemeClr val="tx1"/>
                          </a:solidFill>
                          <a:latin typeface="Times New Roman" pitchFamily="18" charset="0"/>
                          <a:cs typeface="Times New Roman" pitchFamily="18" charset="0"/>
                        </a:rPr>
                        <a:t>green;</a:t>
                      </a:r>
                      <a:endParaRPr sz="1200">
                        <a:solidFill>
                          <a:schemeClr val="tx1"/>
                        </a:solidFill>
                        <a:latin typeface="Times New Roman" pitchFamily="18" charset="0"/>
                        <a:cs typeface="Times New Roman" pitchFamily="18" charset="0"/>
                      </a:endParaRPr>
                    </a:p>
                    <a:p>
                      <a:pPr marL="3218815">
                        <a:lnSpc>
                          <a:spcPts val="1610"/>
                        </a:lnSpc>
                        <a:spcBef>
                          <a:spcPts val="60"/>
                        </a:spcBef>
                      </a:pPr>
                      <a:r>
                        <a:rPr sz="1200" spc="-50" dirty="0">
                          <a:solidFill>
                            <a:schemeClr val="tx1"/>
                          </a:solidFill>
                          <a:latin typeface="Times New Roman" pitchFamily="18" charset="0"/>
                          <a:cs typeface="Times New Roman" pitchFamily="18" charset="0"/>
                        </a:rPr>
                        <a:t>}</a:t>
                      </a:r>
                      <a:endParaRPr sz="1200">
                        <a:solidFill>
                          <a:schemeClr val="tx1"/>
                        </a:solidFill>
                        <a:latin typeface="Times New Roman" pitchFamily="18" charset="0"/>
                        <a:cs typeface="Times New Roman" pitchFamily="18" charset="0"/>
                      </a:endParaRPr>
                    </a:p>
                    <a:p>
                      <a:pPr marL="210185">
                        <a:lnSpc>
                          <a:spcPts val="1610"/>
                        </a:lnSpc>
                      </a:pPr>
                      <a:r>
                        <a:rPr sz="1200" b="1" spc="-50" dirty="0">
                          <a:solidFill>
                            <a:schemeClr val="tx1"/>
                          </a:solidFill>
                          <a:latin typeface="Times New Roman" pitchFamily="18" charset="0"/>
                          <a:cs typeface="Times New Roman" pitchFamily="18" charset="0"/>
                        </a:rPr>
                        <a:t>{</a:t>
                      </a:r>
                      <a:endParaRPr sz="1200">
                        <a:solidFill>
                          <a:schemeClr val="tx1"/>
                        </a:solidFill>
                        <a:latin typeface="Times New Roman" pitchFamily="18" charset="0"/>
                        <a:cs typeface="Times New Roman" pitchFamily="18" charset="0"/>
                      </a:endParaRPr>
                    </a:p>
                    <a:p>
                      <a:pPr marL="310515">
                        <a:lnSpc>
                          <a:spcPct val="100000"/>
                        </a:lnSpc>
                        <a:spcBef>
                          <a:spcPts val="60"/>
                        </a:spcBef>
                        <a:tabLst>
                          <a:tab pos="3218815" algn="l"/>
                        </a:tabLst>
                      </a:pPr>
                      <a:r>
                        <a:rPr sz="1200" b="1" spc="-10" dirty="0">
                          <a:solidFill>
                            <a:schemeClr val="tx1"/>
                          </a:solidFill>
                          <a:latin typeface="Times New Roman" pitchFamily="18" charset="0"/>
                          <a:cs typeface="Times New Roman" pitchFamily="18" charset="0"/>
                        </a:rPr>
                        <a:t>background-</a:t>
                      </a:r>
                      <a:r>
                        <a:rPr sz="1200" b="1" dirty="0">
                          <a:solidFill>
                            <a:schemeClr val="tx1"/>
                          </a:solidFill>
                          <a:latin typeface="Times New Roman" pitchFamily="18" charset="0"/>
                          <a:cs typeface="Times New Roman" pitchFamily="18" charset="0"/>
                        </a:rPr>
                        <a:t>color:</a:t>
                      </a:r>
                      <a:r>
                        <a:rPr sz="1200" b="1" spc="-5" dirty="0">
                          <a:solidFill>
                            <a:schemeClr val="tx1"/>
                          </a:solidFill>
                          <a:latin typeface="Times New Roman" pitchFamily="18" charset="0"/>
                          <a:cs typeface="Times New Roman" pitchFamily="18" charset="0"/>
                        </a:rPr>
                        <a:t> </a:t>
                      </a:r>
                      <a:r>
                        <a:rPr sz="1200" b="1" spc="-10" dirty="0">
                          <a:solidFill>
                            <a:schemeClr val="tx1"/>
                          </a:solidFill>
                          <a:latin typeface="Times New Roman" pitchFamily="18" charset="0"/>
                          <a:cs typeface="Times New Roman" pitchFamily="18" charset="0"/>
                        </a:rPr>
                        <a:t>lightblue;</a:t>
                      </a:r>
                      <a:r>
                        <a:rPr sz="1200" b="1" dirty="0">
                          <a:solidFill>
                            <a:schemeClr val="tx1"/>
                          </a:solidFill>
                          <a:latin typeface="Times New Roman" pitchFamily="18" charset="0"/>
                          <a:cs typeface="Times New Roman" pitchFamily="18" charset="0"/>
                        </a:rPr>
                        <a:t>	</a:t>
                      </a:r>
                      <a:r>
                        <a:rPr sz="1200" baseline="-24305" dirty="0">
                          <a:solidFill>
                            <a:schemeClr val="tx1"/>
                          </a:solidFill>
                          <a:latin typeface="Times New Roman" pitchFamily="18" charset="0"/>
                          <a:cs typeface="Times New Roman" pitchFamily="18" charset="0"/>
                        </a:rPr>
                        <a:t>div</a:t>
                      </a:r>
                      <a:r>
                        <a:rPr sz="1200" spc="-37" baseline="-24305" dirty="0">
                          <a:solidFill>
                            <a:schemeClr val="tx1"/>
                          </a:solidFill>
                          <a:latin typeface="Times New Roman" pitchFamily="18" charset="0"/>
                          <a:cs typeface="Times New Roman" pitchFamily="18" charset="0"/>
                        </a:rPr>
                        <a:t> </a:t>
                      </a:r>
                      <a:r>
                        <a:rPr sz="1200" spc="-75" baseline="-24305" dirty="0">
                          <a:solidFill>
                            <a:schemeClr val="tx1"/>
                          </a:solidFill>
                          <a:latin typeface="Times New Roman" pitchFamily="18" charset="0"/>
                          <a:cs typeface="Times New Roman" pitchFamily="18" charset="0"/>
                        </a:rPr>
                        <a:t>{</a:t>
                      </a:r>
                      <a:endParaRPr sz="1200" baseline="-24305">
                        <a:solidFill>
                          <a:schemeClr val="tx1"/>
                        </a:solidFill>
                        <a:latin typeface="Times New Roman" pitchFamily="18" charset="0"/>
                        <a:cs typeface="Times New Roman" pitchFamily="18" charset="0"/>
                      </a:endParaRPr>
                    </a:p>
                    <a:p>
                      <a:pPr marL="210185">
                        <a:lnSpc>
                          <a:spcPct val="100000"/>
                        </a:lnSpc>
                        <a:spcBef>
                          <a:spcPts val="765"/>
                        </a:spcBef>
                        <a:tabLst>
                          <a:tab pos="3319145" algn="l"/>
                        </a:tabLst>
                      </a:pPr>
                      <a:r>
                        <a:rPr sz="1200" b="1" spc="-75" baseline="24305" dirty="0">
                          <a:solidFill>
                            <a:schemeClr val="tx1"/>
                          </a:solidFill>
                          <a:latin typeface="Times New Roman" pitchFamily="18" charset="0"/>
                          <a:cs typeface="Times New Roman" pitchFamily="18" charset="0"/>
                        </a:rPr>
                        <a:t>}</a:t>
                      </a:r>
                      <a:r>
                        <a:rPr sz="1200" b="1" baseline="24305" dirty="0">
                          <a:solidFill>
                            <a:schemeClr val="tx1"/>
                          </a:solidFill>
                          <a:latin typeface="Times New Roman" pitchFamily="18" charset="0"/>
                          <a:cs typeface="Times New Roman" pitchFamily="18" charset="0"/>
                        </a:rPr>
                        <a:t>	</a:t>
                      </a:r>
                      <a:r>
                        <a:rPr sz="1200" spc="-10" dirty="0">
                          <a:solidFill>
                            <a:schemeClr val="tx1"/>
                          </a:solidFill>
                          <a:latin typeface="Times New Roman" pitchFamily="18" charset="0"/>
                          <a:cs typeface="Times New Roman" pitchFamily="18" charset="0"/>
                        </a:rPr>
                        <a:t>background-</a:t>
                      </a:r>
                      <a:r>
                        <a:rPr sz="1200" dirty="0">
                          <a:solidFill>
                            <a:schemeClr val="tx1"/>
                          </a:solidFill>
                          <a:latin typeface="Times New Roman" pitchFamily="18" charset="0"/>
                          <a:cs typeface="Times New Roman" pitchFamily="18" charset="0"/>
                        </a:rPr>
                        <a:t>color:</a:t>
                      </a:r>
                      <a:r>
                        <a:rPr sz="1200" spc="-20" dirty="0">
                          <a:solidFill>
                            <a:schemeClr val="tx1"/>
                          </a:solidFill>
                          <a:latin typeface="Times New Roman" pitchFamily="18" charset="0"/>
                          <a:cs typeface="Times New Roman" pitchFamily="18" charset="0"/>
                        </a:rPr>
                        <a:t> </a:t>
                      </a:r>
                      <a:r>
                        <a:rPr sz="1200" spc="-10" dirty="0">
                          <a:solidFill>
                            <a:schemeClr val="tx1"/>
                          </a:solidFill>
                          <a:latin typeface="Times New Roman" pitchFamily="18" charset="0"/>
                          <a:cs typeface="Times New Roman" pitchFamily="18" charset="0"/>
                        </a:rPr>
                        <a:t>lightblue;</a:t>
                      </a:r>
                      <a:endParaRPr sz="1200">
                        <a:solidFill>
                          <a:schemeClr val="tx1"/>
                        </a:solidFill>
                        <a:latin typeface="Times New Roman" pitchFamily="18" charset="0"/>
                        <a:cs typeface="Times New Roman" pitchFamily="18" charset="0"/>
                      </a:endParaRPr>
                    </a:p>
                    <a:p>
                      <a:pPr marL="3218815">
                        <a:lnSpc>
                          <a:spcPct val="100000"/>
                        </a:lnSpc>
                        <a:spcBef>
                          <a:spcPts val="65"/>
                        </a:spcBef>
                      </a:pPr>
                      <a:r>
                        <a:rPr sz="1200" spc="-50" dirty="0">
                          <a:solidFill>
                            <a:schemeClr val="tx1"/>
                          </a:solidFill>
                          <a:latin typeface="Times New Roman" pitchFamily="18" charset="0"/>
                          <a:cs typeface="Times New Roman" pitchFamily="18" charset="0"/>
                        </a:rPr>
                        <a:t>}</a:t>
                      </a:r>
                      <a:endParaRPr sz="1200">
                        <a:solidFill>
                          <a:schemeClr val="tx1"/>
                        </a:solidFill>
                        <a:latin typeface="Times New Roman" pitchFamily="18" charset="0"/>
                        <a:cs typeface="Times New Roman" pitchFamily="18" charset="0"/>
                      </a:endParaRPr>
                    </a:p>
                    <a:p>
                      <a:pPr>
                        <a:lnSpc>
                          <a:spcPct val="100000"/>
                        </a:lnSpc>
                        <a:spcBef>
                          <a:spcPts val="210"/>
                        </a:spcBef>
                      </a:pPr>
                      <a:endParaRPr sz="1200">
                        <a:solidFill>
                          <a:schemeClr val="tx1"/>
                        </a:solidFill>
                        <a:latin typeface="Times New Roman" pitchFamily="18" charset="0"/>
                        <a:cs typeface="Times New Roman" pitchFamily="18" charset="0"/>
                      </a:endParaRPr>
                    </a:p>
                    <a:p>
                      <a:pPr marL="3218815">
                        <a:lnSpc>
                          <a:spcPct val="100000"/>
                        </a:lnSpc>
                      </a:pPr>
                      <a:r>
                        <a:rPr sz="1200" dirty="0">
                          <a:solidFill>
                            <a:schemeClr val="tx1"/>
                          </a:solidFill>
                          <a:latin typeface="Times New Roman" pitchFamily="18" charset="0"/>
                          <a:cs typeface="Times New Roman" pitchFamily="18" charset="0"/>
                        </a:rPr>
                        <a:t>p</a:t>
                      </a:r>
                      <a:r>
                        <a:rPr sz="1200" spc="-10" dirty="0">
                          <a:solidFill>
                            <a:schemeClr val="tx1"/>
                          </a:solidFill>
                          <a:latin typeface="Times New Roman" pitchFamily="18" charset="0"/>
                          <a:cs typeface="Times New Roman" pitchFamily="18" charset="0"/>
                        </a:rPr>
                        <a:t> </a:t>
                      </a:r>
                      <a:r>
                        <a:rPr sz="1200" spc="-50" dirty="0">
                          <a:solidFill>
                            <a:schemeClr val="tx1"/>
                          </a:solidFill>
                          <a:latin typeface="Times New Roman" pitchFamily="18" charset="0"/>
                          <a:cs typeface="Times New Roman" pitchFamily="18" charset="0"/>
                        </a:rPr>
                        <a:t>{</a:t>
                      </a:r>
                      <a:endParaRPr sz="1200">
                        <a:solidFill>
                          <a:schemeClr val="tx1"/>
                        </a:solidFill>
                        <a:latin typeface="Times New Roman" pitchFamily="18" charset="0"/>
                        <a:cs typeface="Times New Roman" pitchFamily="18" charset="0"/>
                      </a:endParaRPr>
                    </a:p>
                    <a:p>
                      <a:pPr marL="3319145">
                        <a:lnSpc>
                          <a:spcPct val="100000"/>
                        </a:lnSpc>
                        <a:spcBef>
                          <a:spcPts val="75"/>
                        </a:spcBef>
                      </a:pPr>
                      <a:r>
                        <a:rPr sz="1200" spc="-10" dirty="0">
                          <a:solidFill>
                            <a:schemeClr val="tx1"/>
                          </a:solidFill>
                          <a:latin typeface="Times New Roman" pitchFamily="18" charset="0"/>
                          <a:cs typeface="Times New Roman" pitchFamily="18" charset="0"/>
                        </a:rPr>
                        <a:t>background-</a:t>
                      </a:r>
                      <a:r>
                        <a:rPr sz="1200" dirty="0">
                          <a:solidFill>
                            <a:schemeClr val="tx1"/>
                          </a:solidFill>
                          <a:latin typeface="Times New Roman" pitchFamily="18" charset="0"/>
                          <a:cs typeface="Times New Roman" pitchFamily="18" charset="0"/>
                        </a:rPr>
                        <a:t>color:</a:t>
                      </a:r>
                      <a:r>
                        <a:rPr sz="1200" spc="-20" dirty="0">
                          <a:solidFill>
                            <a:schemeClr val="tx1"/>
                          </a:solidFill>
                          <a:latin typeface="Times New Roman" pitchFamily="18" charset="0"/>
                          <a:cs typeface="Times New Roman" pitchFamily="18" charset="0"/>
                        </a:rPr>
                        <a:t> </a:t>
                      </a:r>
                      <a:r>
                        <a:rPr sz="1200" spc="-10" dirty="0">
                          <a:solidFill>
                            <a:schemeClr val="tx1"/>
                          </a:solidFill>
                          <a:latin typeface="Times New Roman" pitchFamily="18" charset="0"/>
                          <a:cs typeface="Times New Roman" pitchFamily="18" charset="0"/>
                        </a:rPr>
                        <a:t>yellow;</a:t>
                      </a:r>
                      <a:endParaRPr sz="1200">
                        <a:solidFill>
                          <a:schemeClr val="tx1"/>
                        </a:solidFill>
                        <a:latin typeface="Times New Roman" pitchFamily="18" charset="0"/>
                        <a:cs typeface="Times New Roman" pitchFamily="18" charset="0"/>
                      </a:endParaRPr>
                    </a:p>
                    <a:p>
                      <a:pPr marL="3218815">
                        <a:lnSpc>
                          <a:spcPct val="100000"/>
                        </a:lnSpc>
                        <a:spcBef>
                          <a:spcPts val="60"/>
                        </a:spcBef>
                      </a:pPr>
                      <a:r>
                        <a:rPr sz="1200" spc="-50" dirty="0">
                          <a:solidFill>
                            <a:schemeClr val="tx1"/>
                          </a:solidFill>
                          <a:latin typeface="Times New Roman" pitchFamily="18" charset="0"/>
                          <a:cs typeface="Times New Roman" pitchFamily="18" charset="0"/>
                        </a:rPr>
                        <a:t>}</a:t>
                      </a:r>
                      <a:endParaRPr sz="1200">
                        <a:solidFill>
                          <a:schemeClr val="tx1"/>
                        </a:solidFill>
                        <a:latin typeface="Times New Roman" pitchFamily="18" charset="0"/>
                        <a:cs typeface="Times New Roman" pitchFamily="18" charset="0"/>
                      </a:endParaRPr>
                    </a:p>
                    <a:p>
                      <a:pPr marL="285750" indent="-217804">
                        <a:lnSpc>
                          <a:spcPts val="1880"/>
                        </a:lnSpc>
                        <a:spcBef>
                          <a:spcPts val="1245"/>
                        </a:spcBef>
                        <a:buAutoNum type="arabicParenR"/>
                        <a:tabLst>
                          <a:tab pos="285750" algn="l"/>
                        </a:tabLst>
                      </a:pPr>
                      <a:r>
                        <a:rPr sz="1200" dirty="0">
                          <a:solidFill>
                            <a:schemeClr val="tx1"/>
                          </a:solidFill>
                          <a:latin typeface="Times New Roman" pitchFamily="18" charset="0"/>
                          <a:cs typeface="Times New Roman" pitchFamily="18" charset="0"/>
                        </a:rPr>
                        <a:t>Defines</a:t>
                      </a:r>
                      <a:r>
                        <a:rPr sz="1200" spc="-45" dirty="0">
                          <a:solidFill>
                            <a:schemeClr val="tx1"/>
                          </a:solidFill>
                          <a:latin typeface="Times New Roman" pitchFamily="18" charset="0"/>
                          <a:cs typeface="Times New Roman" pitchFamily="18" charset="0"/>
                        </a:rPr>
                        <a:t> </a:t>
                      </a:r>
                      <a:r>
                        <a:rPr sz="1200" dirty="0">
                          <a:solidFill>
                            <a:schemeClr val="tx1"/>
                          </a:solidFill>
                          <a:latin typeface="Times New Roman" pitchFamily="18" charset="0"/>
                          <a:cs typeface="Times New Roman" pitchFamily="18" charset="0"/>
                        </a:rPr>
                        <a:t>the</a:t>
                      </a:r>
                      <a:r>
                        <a:rPr sz="1200" spc="-35" dirty="0">
                          <a:solidFill>
                            <a:schemeClr val="tx1"/>
                          </a:solidFill>
                          <a:latin typeface="Times New Roman" pitchFamily="18" charset="0"/>
                          <a:cs typeface="Times New Roman" pitchFamily="18" charset="0"/>
                        </a:rPr>
                        <a:t> </a:t>
                      </a:r>
                      <a:r>
                        <a:rPr sz="1200" dirty="0">
                          <a:solidFill>
                            <a:schemeClr val="tx1"/>
                          </a:solidFill>
                          <a:latin typeface="Times New Roman" pitchFamily="18" charset="0"/>
                          <a:cs typeface="Times New Roman" pitchFamily="18" charset="0"/>
                        </a:rPr>
                        <a:t>background</a:t>
                      </a:r>
                      <a:r>
                        <a:rPr sz="1200" spc="-35" dirty="0">
                          <a:solidFill>
                            <a:schemeClr val="tx1"/>
                          </a:solidFill>
                          <a:latin typeface="Times New Roman" pitchFamily="18" charset="0"/>
                          <a:cs typeface="Times New Roman" pitchFamily="18" charset="0"/>
                        </a:rPr>
                        <a:t> </a:t>
                      </a:r>
                      <a:r>
                        <a:rPr sz="1200" dirty="0">
                          <a:solidFill>
                            <a:schemeClr val="tx1"/>
                          </a:solidFill>
                          <a:latin typeface="Times New Roman" pitchFamily="18" charset="0"/>
                          <a:cs typeface="Times New Roman" pitchFamily="18" charset="0"/>
                        </a:rPr>
                        <a:t>color</a:t>
                      </a:r>
                      <a:r>
                        <a:rPr sz="1200" spc="-50" dirty="0">
                          <a:solidFill>
                            <a:schemeClr val="tx1"/>
                          </a:solidFill>
                          <a:latin typeface="Times New Roman" pitchFamily="18" charset="0"/>
                          <a:cs typeface="Times New Roman" pitchFamily="18" charset="0"/>
                        </a:rPr>
                        <a:t> </a:t>
                      </a:r>
                      <a:r>
                        <a:rPr sz="1200" dirty="0">
                          <a:solidFill>
                            <a:schemeClr val="tx1"/>
                          </a:solidFill>
                          <a:latin typeface="Times New Roman" pitchFamily="18" charset="0"/>
                          <a:cs typeface="Times New Roman" pitchFamily="18" charset="0"/>
                        </a:rPr>
                        <a:t>of</a:t>
                      </a:r>
                      <a:r>
                        <a:rPr sz="1200" spc="-45" dirty="0">
                          <a:solidFill>
                            <a:schemeClr val="tx1"/>
                          </a:solidFill>
                          <a:latin typeface="Times New Roman" pitchFamily="18" charset="0"/>
                          <a:cs typeface="Times New Roman" pitchFamily="18" charset="0"/>
                        </a:rPr>
                        <a:t> </a:t>
                      </a:r>
                      <a:r>
                        <a:rPr sz="1200" dirty="0">
                          <a:solidFill>
                            <a:schemeClr val="tx1"/>
                          </a:solidFill>
                          <a:latin typeface="Times New Roman" pitchFamily="18" charset="0"/>
                          <a:cs typeface="Times New Roman" pitchFamily="18" charset="0"/>
                        </a:rPr>
                        <a:t>an</a:t>
                      </a:r>
                      <a:r>
                        <a:rPr sz="1200" spc="-40" dirty="0">
                          <a:solidFill>
                            <a:schemeClr val="tx1"/>
                          </a:solidFill>
                          <a:latin typeface="Times New Roman" pitchFamily="18" charset="0"/>
                          <a:cs typeface="Times New Roman" pitchFamily="18" charset="0"/>
                        </a:rPr>
                        <a:t> </a:t>
                      </a:r>
                      <a:r>
                        <a:rPr sz="1200" dirty="0">
                          <a:solidFill>
                            <a:schemeClr val="tx1"/>
                          </a:solidFill>
                          <a:latin typeface="Times New Roman" pitchFamily="18" charset="0"/>
                          <a:cs typeface="Times New Roman" pitchFamily="18" charset="0"/>
                        </a:rPr>
                        <a:t>element</a:t>
                      </a:r>
                      <a:r>
                        <a:rPr sz="1200" spc="-40" dirty="0">
                          <a:solidFill>
                            <a:schemeClr val="tx1"/>
                          </a:solidFill>
                          <a:latin typeface="Times New Roman" pitchFamily="18" charset="0"/>
                          <a:cs typeface="Times New Roman" pitchFamily="18" charset="0"/>
                        </a:rPr>
                        <a:t> </a:t>
                      </a:r>
                      <a:r>
                        <a:rPr sz="1200" dirty="0">
                          <a:solidFill>
                            <a:schemeClr val="tx1"/>
                          </a:solidFill>
                          <a:latin typeface="Times New Roman" pitchFamily="18" charset="0"/>
                          <a:cs typeface="Times New Roman" pitchFamily="18" charset="0"/>
                        </a:rPr>
                        <a:t>using</a:t>
                      </a:r>
                      <a:r>
                        <a:rPr sz="1200" spc="-40" dirty="0">
                          <a:solidFill>
                            <a:schemeClr val="tx1"/>
                          </a:solidFill>
                          <a:latin typeface="Times New Roman" pitchFamily="18" charset="0"/>
                          <a:cs typeface="Times New Roman" pitchFamily="18" charset="0"/>
                        </a:rPr>
                        <a:t> </a:t>
                      </a:r>
                      <a:r>
                        <a:rPr sz="1200" spc="-10" dirty="0">
                          <a:solidFill>
                            <a:schemeClr val="tx1"/>
                          </a:solidFill>
                          <a:latin typeface="Times New Roman" pitchFamily="18" charset="0"/>
                          <a:cs typeface="Times New Roman" pitchFamily="18" charset="0"/>
                        </a:rPr>
                        <a:t>color</a:t>
                      </a:r>
                      <a:endParaRPr sz="1200">
                        <a:solidFill>
                          <a:schemeClr val="tx1"/>
                        </a:solidFill>
                        <a:latin typeface="Times New Roman" pitchFamily="18" charset="0"/>
                        <a:cs typeface="Times New Roman" pitchFamily="18" charset="0"/>
                      </a:endParaRPr>
                    </a:p>
                    <a:p>
                      <a:pPr marL="285750" indent="-217804">
                        <a:lnSpc>
                          <a:spcPts val="1880"/>
                        </a:lnSpc>
                        <a:buAutoNum type="arabicParenR"/>
                        <a:tabLst>
                          <a:tab pos="285750" algn="l"/>
                        </a:tabLst>
                      </a:pPr>
                      <a:r>
                        <a:rPr sz="1200" dirty="0">
                          <a:latin typeface="Times New Roman" pitchFamily="18" charset="0"/>
                          <a:cs typeface="Times New Roman" pitchFamily="18" charset="0"/>
                        </a:rPr>
                        <a:t>We</a:t>
                      </a:r>
                      <a:r>
                        <a:rPr sz="1200" spc="-35" dirty="0">
                          <a:latin typeface="Times New Roman" pitchFamily="18" charset="0"/>
                          <a:cs typeface="Times New Roman" pitchFamily="18" charset="0"/>
                        </a:rPr>
                        <a:t> </a:t>
                      </a:r>
                      <a:r>
                        <a:rPr sz="1200" dirty="0">
                          <a:latin typeface="Times New Roman" pitchFamily="18" charset="0"/>
                          <a:cs typeface="Times New Roman" pitchFamily="18" charset="0"/>
                        </a:rPr>
                        <a:t>can</a:t>
                      </a:r>
                      <a:r>
                        <a:rPr sz="1200" spc="-30" dirty="0">
                          <a:latin typeface="Times New Roman" pitchFamily="18" charset="0"/>
                          <a:cs typeface="Times New Roman" pitchFamily="18" charset="0"/>
                        </a:rPr>
                        <a:t> </a:t>
                      </a:r>
                      <a:r>
                        <a:rPr sz="1200" dirty="0">
                          <a:latin typeface="Times New Roman" pitchFamily="18" charset="0"/>
                          <a:cs typeface="Times New Roman" pitchFamily="18" charset="0"/>
                        </a:rPr>
                        <a:t>set</a:t>
                      </a:r>
                      <a:r>
                        <a:rPr sz="1200" spc="-25" dirty="0">
                          <a:latin typeface="Times New Roman" pitchFamily="18" charset="0"/>
                          <a:cs typeface="Times New Roman" pitchFamily="18" charset="0"/>
                        </a:rPr>
                        <a:t> </a:t>
                      </a:r>
                      <a:r>
                        <a:rPr sz="1200" dirty="0">
                          <a:latin typeface="Times New Roman" pitchFamily="18" charset="0"/>
                          <a:cs typeface="Times New Roman" pitchFamily="18" charset="0"/>
                        </a:rPr>
                        <a:t>the</a:t>
                      </a:r>
                      <a:r>
                        <a:rPr sz="1200" spc="-25" dirty="0">
                          <a:latin typeface="Times New Roman" pitchFamily="18" charset="0"/>
                          <a:cs typeface="Times New Roman" pitchFamily="18" charset="0"/>
                        </a:rPr>
                        <a:t> </a:t>
                      </a:r>
                      <a:r>
                        <a:rPr sz="1200" dirty="0">
                          <a:latin typeface="Times New Roman" pitchFamily="18" charset="0"/>
                          <a:cs typeface="Times New Roman" pitchFamily="18" charset="0"/>
                        </a:rPr>
                        <a:t>background</a:t>
                      </a:r>
                      <a:r>
                        <a:rPr sz="1200" spc="-30" dirty="0">
                          <a:latin typeface="Times New Roman" pitchFamily="18" charset="0"/>
                          <a:cs typeface="Times New Roman" pitchFamily="18" charset="0"/>
                        </a:rPr>
                        <a:t> </a:t>
                      </a:r>
                      <a:r>
                        <a:rPr sz="1200" dirty="0">
                          <a:latin typeface="Times New Roman" pitchFamily="18" charset="0"/>
                          <a:cs typeface="Times New Roman" pitchFamily="18" charset="0"/>
                        </a:rPr>
                        <a:t>color</a:t>
                      </a:r>
                      <a:r>
                        <a:rPr sz="1200" spc="-40" dirty="0">
                          <a:latin typeface="Times New Roman" pitchFamily="18" charset="0"/>
                          <a:cs typeface="Times New Roman" pitchFamily="18" charset="0"/>
                        </a:rPr>
                        <a:t> </a:t>
                      </a:r>
                      <a:r>
                        <a:rPr sz="1200" dirty="0">
                          <a:latin typeface="Times New Roman" pitchFamily="18" charset="0"/>
                          <a:cs typeface="Times New Roman" pitchFamily="18" charset="0"/>
                        </a:rPr>
                        <a:t>for</a:t>
                      </a:r>
                      <a:r>
                        <a:rPr sz="1200" spc="-40" dirty="0">
                          <a:latin typeface="Times New Roman" pitchFamily="18" charset="0"/>
                          <a:cs typeface="Times New Roman" pitchFamily="18" charset="0"/>
                        </a:rPr>
                        <a:t> </a:t>
                      </a:r>
                      <a:r>
                        <a:rPr sz="1200" dirty="0">
                          <a:latin typeface="Times New Roman" pitchFamily="18" charset="0"/>
                          <a:cs typeface="Times New Roman" pitchFamily="18" charset="0"/>
                        </a:rPr>
                        <a:t>any</a:t>
                      </a:r>
                      <a:r>
                        <a:rPr sz="1200" spc="-30" dirty="0">
                          <a:latin typeface="Times New Roman" pitchFamily="18" charset="0"/>
                          <a:cs typeface="Times New Roman" pitchFamily="18" charset="0"/>
                        </a:rPr>
                        <a:t> </a:t>
                      </a:r>
                      <a:r>
                        <a:rPr sz="1200" dirty="0">
                          <a:latin typeface="Times New Roman" pitchFamily="18" charset="0"/>
                          <a:cs typeface="Times New Roman" pitchFamily="18" charset="0"/>
                        </a:rPr>
                        <a:t>HTML</a:t>
                      </a:r>
                      <a:r>
                        <a:rPr sz="1200" spc="-30" dirty="0">
                          <a:latin typeface="Times New Roman" pitchFamily="18" charset="0"/>
                          <a:cs typeface="Times New Roman" pitchFamily="18" charset="0"/>
                        </a:rPr>
                        <a:t> </a:t>
                      </a:r>
                      <a:r>
                        <a:rPr sz="1200" spc="-10">
                          <a:latin typeface="Times New Roman" pitchFamily="18" charset="0"/>
                          <a:cs typeface="Times New Roman" pitchFamily="18" charset="0"/>
                        </a:rPr>
                        <a:t>elements</a:t>
                      </a:r>
                      <a:r>
                        <a:rPr sz="1200" spc="-10" smtClean="0">
                          <a:latin typeface="Times New Roman" pitchFamily="18" charset="0"/>
                          <a:cs typeface="Times New Roman" pitchFamily="18" charset="0"/>
                        </a:rPr>
                        <a:t>:</a:t>
                      </a:r>
                      <a:endParaRPr sz="1200">
                        <a:latin typeface="Times New Roman" pitchFamily="18" charset="0"/>
                        <a:cs typeface="Times New Roman" pitchFamily="18" charset="0"/>
                      </a:endParaRPr>
                    </a:p>
                    <a:p>
                      <a:pPr marL="285750" marR="0" indent="-217804" algn="l" defTabSz="914400" rtl="0" eaLnBrk="1" fontAlgn="auto" latinLnBrk="0" hangingPunct="1">
                        <a:lnSpc>
                          <a:spcPts val="1870"/>
                        </a:lnSpc>
                        <a:spcBef>
                          <a:spcPts val="0"/>
                        </a:spcBef>
                        <a:spcAft>
                          <a:spcPts val="0"/>
                        </a:spcAft>
                        <a:buClrTx/>
                        <a:buSzTx/>
                        <a:buFontTx/>
                        <a:buAutoNum type="arabicParenR"/>
                        <a:tabLst>
                          <a:tab pos="285750" algn="l"/>
                        </a:tabLst>
                        <a:defRPr/>
                      </a:pPr>
                      <a:r>
                        <a:rPr sz="1200" dirty="0">
                          <a:latin typeface="Times New Roman" pitchFamily="18" charset="0"/>
                          <a:cs typeface="Times New Roman" pitchFamily="18" charset="0"/>
                        </a:rPr>
                        <a:t>The</a:t>
                      </a:r>
                      <a:r>
                        <a:rPr sz="1200" spc="-25" dirty="0">
                          <a:latin typeface="Times New Roman" pitchFamily="18" charset="0"/>
                          <a:cs typeface="Times New Roman" pitchFamily="18" charset="0"/>
                        </a:rPr>
                        <a:t> </a:t>
                      </a:r>
                      <a:r>
                        <a:rPr sz="1200" dirty="0">
                          <a:latin typeface="Times New Roman" pitchFamily="18" charset="0"/>
                          <a:cs typeface="Times New Roman" pitchFamily="18" charset="0"/>
                        </a:rPr>
                        <a:t>opacity</a:t>
                      </a:r>
                      <a:r>
                        <a:rPr sz="1200" spc="-20" dirty="0">
                          <a:latin typeface="Times New Roman" pitchFamily="18" charset="0"/>
                          <a:cs typeface="Times New Roman" pitchFamily="18" charset="0"/>
                        </a:rPr>
                        <a:t> </a:t>
                      </a:r>
                      <a:r>
                        <a:rPr sz="1200" dirty="0">
                          <a:latin typeface="Times New Roman" pitchFamily="18" charset="0"/>
                          <a:cs typeface="Times New Roman" pitchFamily="18" charset="0"/>
                        </a:rPr>
                        <a:t>property</a:t>
                      </a:r>
                      <a:r>
                        <a:rPr sz="1200" spc="-25" dirty="0">
                          <a:latin typeface="Times New Roman" pitchFamily="18" charset="0"/>
                          <a:cs typeface="Times New Roman" pitchFamily="18" charset="0"/>
                        </a:rPr>
                        <a:t> </a:t>
                      </a:r>
                      <a:r>
                        <a:rPr sz="1200" dirty="0">
                          <a:latin typeface="Times New Roman" pitchFamily="18" charset="0"/>
                          <a:cs typeface="Times New Roman" pitchFamily="18" charset="0"/>
                        </a:rPr>
                        <a:t>specifies</a:t>
                      </a:r>
                      <a:r>
                        <a:rPr sz="1200" spc="-25" dirty="0">
                          <a:latin typeface="Times New Roman" pitchFamily="18" charset="0"/>
                          <a:cs typeface="Times New Roman" pitchFamily="18" charset="0"/>
                        </a:rPr>
                        <a:t> </a:t>
                      </a:r>
                      <a:r>
                        <a:rPr sz="1200" dirty="0">
                          <a:latin typeface="Times New Roman" pitchFamily="18" charset="0"/>
                          <a:cs typeface="Times New Roman" pitchFamily="18" charset="0"/>
                        </a:rPr>
                        <a:t>the</a:t>
                      </a:r>
                      <a:r>
                        <a:rPr sz="1200" spc="-5" dirty="0">
                          <a:latin typeface="Times New Roman" pitchFamily="18" charset="0"/>
                          <a:cs typeface="Times New Roman" pitchFamily="18" charset="0"/>
                        </a:rPr>
                        <a:t> </a:t>
                      </a:r>
                      <a:r>
                        <a:rPr sz="1200" b="1" spc="-10" dirty="0">
                          <a:solidFill>
                            <a:srgbClr val="FF0000"/>
                          </a:solidFill>
                          <a:latin typeface="Times New Roman" pitchFamily="18" charset="0"/>
                          <a:cs typeface="Times New Roman" pitchFamily="18" charset="0"/>
                        </a:rPr>
                        <a:t>opacity/transparency </a:t>
                      </a:r>
                      <a:r>
                        <a:rPr sz="1200">
                          <a:latin typeface="Times New Roman" pitchFamily="18" charset="0"/>
                          <a:cs typeface="Times New Roman" pitchFamily="18" charset="0"/>
                        </a:rPr>
                        <a:t>of</a:t>
                      </a:r>
                      <a:r>
                        <a:rPr sz="1200" spc="-30">
                          <a:latin typeface="Times New Roman" pitchFamily="18" charset="0"/>
                          <a:cs typeface="Times New Roman" pitchFamily="18" charset="0"/>
                        </a:rPr>
                        <a:t> </a:t>
                      </a:r>
                      <a:r>
                        <a:rPr sz="1200" spc="-25" smtClean="0">
                          <a:latin typeface="Times New Roman" pitchFamily="18" charset="0"/>
                          <a:cs typeface="Times New Roman" pitchFamily="18" charset="0"/>
                        </a:rPr>
                        <a:t>an</a:t>
                      </a:r>
                      <a:r>
                        <a:rPr lang="en-IN" sz="1200" spc="-25" dirty="0" smtClean="0">
                          <a:latin typeface="Times New Roman" pitchFamily="18" charset="0"/>
                          <a:cs typeface="Times New Roman" pitchFamily="18" charset="0"/>
                        </a:rPr>
                        <a:t> </a:t>
                      </a:r>
                      <a:r>
                        <a:rPr lang="en-IN" sz="1200" dirty="0" smtClean="0">
                          <a:latin typeface="Times New Roman"/>
                          <a:cs typeface="Times New Roman"/>
                        </a:rPr>
                        <a:t>element.</a:t>
                      </a:r>
                      <a:r>
                        <a:rPr lang="en-IN" sz="1200" spc="-25" dirty="0" smtClean="0">
                          <a:latin typeface="Times New Roman"/>
                          <a:cs typeface="Times New Roman"/>
                        </a:rPr>
                        <a:t> </a:t>
                      </a:r>
                      <a:r>
                        <a:rPr lang="en-IN" sz="1200" dirty="0" smtClean="0">
                          <a:latin typeface="Times New Roman"/>
                          <a:cs typeface="Times New Roman"/>
                        </a:rPr>
                        <a:t>It</a:t>
                      </a:r>
                      <a:r>
                        <a:rPr lang="en-IN" sz="1200" spc="-25" dirty="0" smtClean="0">
                          <a:latin typeface="Times New Roman"/>
                          <a:cs typeface="Times New Roman"/>
                        </a:rPr>
                        <a:t> </a:t>
                      </a:r>
                      <a:r>
                        <a:rPr lang="en-IN" sz="1200" dirty="0" smtClean="0">
                          <a:latin typeface="Times New Roman"/>
                          <a:cs typeface="Times New Roman"/>
                        </a:rPr>
                        <a:t>can</a:t>
                      </a:r>
                      <a:r>
                        <a:rPr lang="en-IN" sz="1200" spc="-30" dirty="0" smtClean="0">
                          <a:latin typeface="Times New Roman"/>
                          <a:cs typeface="Times New Roman"/>
                        </a:rPr>
                        <a:t> </a:t>
                      </a:r>
                      <a:r>
                        <a:rPr lang="en-IN" sz="1200" dirty="0" smtClean="0">
                          <a:latin typeface="Times New Roman"/>
                          <a:cs typeface="Times New Roman"/>
                        </a:rPr>
                        <a:t>take</a:t>
                      </a:r>
                      <a:r>
                        <a:rPr lang="en-IN" sz="1200" spc="-35" dirty="0" smtClean="0">
                          <a:latin typeface="Times New Roman"/>
                          <a:cs typeface="Times New Roman"/>
                        </a:rPr>
                        <a:t> </a:t>
                      </a:r>
                      <a:r>
                        <a:rPr lang="en-IN" sz="1200" dirty="0" smtClean="0">
                          <a:latin typeface="Times New Roman"/>
                          <a:cs typeface="Times New Roman"/>
                        </a:rPr>
                        <a:t>a</a:t>
                      </a:r>
                      <a:r>
                        <a:rPr lang="en-IN" sz="1200" spc="-35" dirty="0" smtClean="0">
                          <a:latin typeface="Times New Roman"/>
                          <a:cs typeface="Times New Roman"/>
                        </a:rPr>
                        <a:t> </a:t>
                      </a:r>
                      <a:r>
                        <a:rPr lang="en-IN" sz="1200" dirty="0" smtClean="0">
                          <a:latin typeface="Times New Roman"/>
                          <a:cs typeface="Times New Roman"/>
                        </a:rPr>
                        <a:t>value</a:t>
                      </a:r>
                      <a:r>
                        <a:rPr lang="en-IN" sz="1200" spc="-25" dirty="0" smtClean="0">
                          <a:latin typeface="Times New Roman"/>
                          <a:cs typeface="Times New Roman"/>
                        </a:rPr>
                        <a:t> </a:t>
                      </a:r>
                      <a:r>
                        <a:rPr lang="en-IN" sz="1200" dirty="0" smtClean="0">
                          <a:latin typeface="Times New Roman"/>
                          <a:cs typeface="Times New Roman"/>
                        </a:rPr>
                        <a:t>from</a:t>
                      </a:r>
                      <a:r>
                        <a:rPr lang="en-IN" sz="1200" spc="-10" dirty="0" smtClean="0">
                          <a:latin typeface="Times New Roman"/>
                          <a:cs typeface="Times New Roman"/>
                        </a:rPr>
                        <a:t> </a:t>
                      </a:r>
                      <a:r>
                        <a:rPr lang="en-IN" sz="1200" b="1" dirty="0" smtClean="0">
                          <a:solidFill>
                            <a:srgbClr val="FF0000"/>
                          </a:solidFill>
                          <a:latin typeface="Times New Roman"/>
                          <a:cs typeface="Times New Roman"/>
                        </a:rPr>
                        <a:t>0.0</a:t>
                      </a:r>
                      <a:r>
                        <a:rPr lang="en-IN" sz="1200" b="1" spc="-20" dirty="0" smtClean="0">
                          <a:solidFill>
                            <a:srgbClr val="FF0000"/>
                          </a:solidFill>
                          <a:latin typeface="Times New Roman"/>
                          <a:cs typeface="Times New Roman"/>
                        </a:rPr>
                        <a:t> </a:t>
                      </a:r>
                      <a:r>
                        <a:rPr lang="en-IN" sz="1200" b="1" dirty="0" smtClean="0">
                          <a:solidFill>
                            <a:srgbClr val="FF0000"/>
                          </a:solidFill>
                          <a:latin typeface="Times New Roman"/>
                          <a:cs typeface="Times New Roman"/>
                        </a:rPr>
                        <a:t>-</a:t>
                      </a:r>
                      <a:r>
                        <a:rPr lang="en-IN" sz="1200" b="1" spc="-35" dirty="0" smtClean="0">
                          <a:solidFill>
                            <a:srgbClr val="FF0000"/>
                          </a:solidFill>
                          <a:latin typeface="Times New Roman"/>
                          <a:cs typeface="Times New Roman"/>
                        </a:rPr>
                        <a:t> </a:t>
                      </a:r>
                      <a:r>
                        <a:rPr lang="en-IN" sz="1200" b="1" spc="-20" dirty="0" smtClean="0">
                          <a:solidFill>
                            <a:srgbClr val="FF0000"/>
                          </a:solidFill>
                          <a:latin typeface="Times New Roman"/>
                          <a:cs typeface="Times New Roman"/>
                        </a:rPr>
                        <a:t>1.0</a:t>
                      </a:r>
                      <a:r>
                        <a:rPr lang="en-IN" sz="1200" spc="-20" dirty="0" smtClean="0">
                          <a:latin typeface="Times New Roman"/>
                          <a:cs typeface="Times New Roman"/>
                        </a:rPr>
                        <a:t>.</a:t>
                      </a:r>
                      <a:endParaRPr sz="1200">
                        <a:latin typeface="Times New Roman" pitchFamily="18" charset="0"/>
                        <a:cs typeface="Times New Roman" pitchFamily="18" charset="0"/>
                      </a:endParaRPr>
                    </a:p>
                  </a:txBody>
                  <a:tcPr marL="0" marR="0" marT="908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lnTlToBr w="12700" cmpd="sng">
                      <a:noFill/>
                      <a:prstDash val="solid"/>
                    </a:lnTlToBr>
                    <a:lnBlToTr w="12700" cmpd="sng">
                      <a:noFill/>
                      <a:prstDash val="solid"/>
                    </a:lnBlToTr>
                    <a:noFill/>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85918" y="142858"/>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Backgrounds</a:t>
            </a:r>
            <a:endParaRPr sz="2000" b="1" u="sng" spc="-20" dirty="0">
              <a:solidFill>
                <a:schemeClr val="accent2">
                  <a:lumMod val="75000"/>
                </a:schemeClr>
              </a:solidFill>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srcRect/>
          <a:stretch>
            <a:fillRect/>
          </a:stretch>
        </p:blipFill>
        <p:spPr bwMode="auto">
          <a:xfrm>
            <a:off x="214314" y="887413"/>
            <a:ext cx="8715404" cy="3367087"/>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85918" y="142858"/>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Backgrounds</a:t>
            </a:r>
            <a:endParaRPr sz="2000" b="1" u="sng" spc="-20" dirty="0">
              <a:solidFill>
                <a:schemeClr val="accent2">
                  <a:lumMod val="75000"/>
                </a:schemeClr>
              </a:solidFill>
              <a:latin typeface="Times New Roman" pitchFamily="18" charset="0"/>
              <a:cs typeface="Times New Roman" pitchFamily="18" charset="0"/>
            </a:endParaRPr>
          </a:p>
        </p:txBody>
      </p:sp>
      <p:pic>
        <p:nvPicPr>
          <p:cNvPr id="10242" name="Picture 2"/>
          <p:cNvPicPr>
            <a:picLocks noChangeAspect="1" noChangeArrowheads="1"/>
          </p:cNvPicPr>
          <p:nvPr/>
        </p:nvPicPr>
        <p:blipFill>
          <a:blip r:embed="rId2"/>
          <a:srcRect/>
          <a:stretch>
            <a:fillRect/>
          </a:stretch>
        </p:blipFill>
        <p:spPr bwMode="auto">
          <a:xfrm>
            <a:off x="947738" y="854075"/>
            <a:ext cx="7246937" cy="3435350"/>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85918" y="142858"/>
            <a:ext cx="7886700" cy="318314"/>
          </a:xfrm>
          <a:prstGeom prst="rect">
            <a:avLst/>
          </a:prstGeom>
        </p:spPr>
        <p:txBody>
          <a:bodyPr vert="horz" wrap="square" lIns="0" tIns="10436" rIns="0" bIns="0" rtlCol="0">
            <a:spAutoFit/>
          </a:bodyPr>
          <a:lstStyle/>
          <a:p>
            <a:pPr marL="9939">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Backgrounds</a:t>
            </a:r>
            <a:endParaRPr sz="2000" b="1" u="sng" spc="-20" dirty="0">
              <a:solidFill>
                <a:schemeClr val="accent2">
                  <a:lumMod val="75000"/>
                </a:schemeClr>
              </a:solidFill>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srcRect/>
          <a:stretch>
            <a:fillRect/>
          </a:stretch>
        </p:blipFill>
        <p:spPr bwMode="auto">
          <a:xfrm>
            <a:off x="357190" y="936639"/>
            <a:ext cx="8643966" cy="3563937"/>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sp>
        <p:nvSpPr>
          <p:cNvPr id="3" name="Rectangle 2"/>
          <p:cNvSpPr/>
          <p:nvPr/>
        </p:nvSpPr>
        <p:spPr>
          <a:xfrm>
            <a:off x="642910" y="720714"/>
            <a:ext cx="7643866" cy="1708160"/>
          </a:xfrm>
          <a:prstGeom prst="rect">
            <a:avLst/>
          </a:prstGeom>
          <a:ln>
            <a:solidFill>
              <a:schemeClr val="tx2"/>
            </a:solidFill>
          </a:ln>
        </p:spPr>
        <p:txBody>
          <a:bodyPr wrap="square">
            <a:spAutoFit/>
          </a:bodyPr>
          <a:lstStyle/>
          <a:p>
            <a:pPr algn="just"/>
            <a:r>
              <a:rPr lang="en-IN" sz="1600" dirty="0">
                <a:latin typeface="Times New Roman" pitchFamily="18" charset="0"/>
                <a:cs typeface="Times New Roman" pitchFamily="18" charset="0"/>
              </a:rPr>
              <a:t>CSS gradients let you display smooth transitions between two or more specified </a:t>
            </a:r>
            <a:r>
              <a:rPr lang="en-IN" sz="1600" dirty="0" err="1">
                <a:latin typeface="Times New Roman" pitchFamily="18" charset="0"/>
                <a:cs typeface="Times New Roman" pitchFamily="18" charset="0"/>
              </a:rPr>
              <a:t>colors</a:t>
            </a:r>
            <a:r>
              <a:rPr lang="en-IN" sz="1600" dirty="0">
                <a:latin typeface="Times New Roman" pitchFamily="18" charset="0"/>
                <a:cs typeface="Times New Roman" pitchFamily="18" charset="0"/>
              </a:rPr>
              <a:t>.</a:t>
            </a:r>
          </a:p>
          <a:p>
            <a:pPr algn="just"/>
            <a:r>
              <a:rPr lang="en-IN" sz="1600" dirty="0">
                <a:latin typeface="Times New Roman" pitchFamily="18" charset="0"/>
                <a:cs typeface="Times New Roman" pitchFamily="18" charset="0"/>
              </a:rPr>
              <a:t>CSS defines three types of gradients:</a:t>
            </a:r>
          </a:p>
          <a:p>
            <a:pPr marL="342900" indent="-342900" algn="just">
              <a:spcBef>
                <a:spcPts val="600"/>
              </a:spcBef>
              <a:spcAft>
                <a:spcPts val="600"/>
              </a:spcAft>
              <a:buFont typeface="+mj-lt"/>
              <a:buAutoNum type="arabicPeriod"/>
            </a:pPr>
            <a:r>
              <a:rPr lang="en-IN" sz="1600" b="1" dirty="0">
                <a:latin typeface="Times New Roman" pitchFamily="18" charset="0"/>
                <a:cs typeface="Times New Roman" pitchFamily="18" charset="0"/>
              </a:rPr>
              <a:t>Linear Gradients (goes down/up/left/right/diagonally)</a:t>
            </a:r>
            <a:endParaRPr lang="en-IN" sz="1600" dirty="0">
              <a:latin typeface="Times New Roman" pitchFamily="18" charset="0"/>
              <a:cs typeface="Times New Roman" pitchFamily="18" charset="0"/>
            </a:endParaRPr>
          </a:p>
          <a:p>
            <a:pPr marL="342900" indent="-342900" algn="just">
              <a:spcBef>
                <a:spcPts val="600"/>
              </a:spcBef>
              <a:spcAft>
                <a:spcPts val="600"/>
              </a:spcAft>
              <a:buFont typeface="+mj-lt"/>
              <a:buAutoNum type="arabicPeriod"/>
            </a:pPr>
            <a:r>
              <a:rPr lang="en-IN" sz="1600" b="1" dirty="0">
                <a:latin typeface="Times New Roman" pitchFamily="18" charset="0"/>
                <a:cs typeface="Times New Roman" pitchFamily="18" charset="0"/>
              </a:rPr>
              <a:t>Radial Gradients (defined by their </a:t>
            </a:r>
            <a:r>
              <a:rPr lang="en-IN" sz="1600" b="1" dirty="0" err="1">
                <a:latin typeface="Times New Roman" pitchFamily="18" charset="0"/>
                <a:cs typeface="Times New Roman" pitchFamily="18" charset="0"/>
              </a:rPr>
              <a:t>center</a:t>
            </a:r>
            <a:r>
              <a:rPr lang="en-IN" sz="1600" b="1" dirty="0">
                <a:latin typeface="Times New Roman" pitchFamily="18" charset="0"/>
                <a:cs typeface="Times New Roman" pitchFamily="18" charset="0"/>
              </a:rPr>
              <a:t>)</a:t>
            </a:r>
            <a:endParaRPr lang="en-IN" sz="1600" dirty="0">
              <a:latin typeface="Times New Roman" pitchFamily="18" charset="0"/>
              <a:cs typeface="Times New Roman" pitchFamily="18" charset="0"/>
            </a:endParaRPr>
          </a:p>
          <a:p>
            <a:pPr marL="342900" indent="-342900" algn="just">
              <a:spcBef>
                <a:spcPts val="600"/>
              </a:spcBef>
              <a:spcAft>
                <a:spcPts val="600"/>
              </a:spcAft>
              <a:buFont typeface="+mj-lt"/>
              <a:buAutoNum type="arabicPeriod"/>
            </a:pPr>
            <a:r>
              <a:rPr lang="en-IN" sz="1600" b="1" dirty="0">
                <a:latin typeface="Times New Roman" pitchFamily="18" charset="0"/>
                <a:cs typeface="Times New Roman" pitchFamily="18" charset="0"/>
              </a:rPr>
              <a:t>Conic Gradients (rotated around a </a:t>
            </a:r>
            <a:r>
              <a:rPr lang="en-IN" sz="1600" b="1" dirty="0" err="1">
                <a:latin typeface="Times New Roman" pitchFamily="18" charset="0"/>
                <a:cs typeface="Times New Roman" pitchFamily="18" charset="0"/>
              </a:rPr>
              <a:t>center</a:t>
            </a:r>
            <a:r>
              <a:rPr lang="en-IN" sz="1600" b="1" dirty="0">
                <a:latin typeface="Times New Roman" pitchFamily="18" charset="0"/>
                <a:cs typeface="Times New Roman" pitchFamily="18" charset="0"/>
              </a:rPr>
              <a:t> point)</a:t>
            </a:r>
            <a:endParaRPr lang="en-IN" sz="1600"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srcRect/>
          <a:stretch>
            <a:fillRect/>
          </a:stretch>
        </p:blipFill>
        <p:spPr bwMode="auto">
          <a:xfrm>
            <a:off x="609625" y="2500312"/>
            <a:ext cx="7677151" cy="2222500"/>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12290" name="Picture 2"/>
          <p:cNvPicPr>
            <a:picLocks noChangeAspect="1" noChangeArrowheads="1"/>
          </p:cNvPicPr>
          <p:nvPr/>
        </p:nvPicPr>
        <p:blipFill>
          <a:blip r:embed="rId2"/>
          <a:srcRect/>
          <a:stretch>
            <a:fillRect/>
          </a:stretch>
        </p:blipFill>
        <p:spPr bwMode="auto">
          <a:xfrm>
            <a:off x="191237" y="1047751"/>
            <a:ext cx="8952795" cy="2595569"/>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13314" name="Picture 2"/>
          <p:cNvPicPr>
            <a:picLocks noChangeAspect="1" noChangeArrowheads="1"/>
          </p:cNvPicPr>
          <p:nvPr/>
        </p:nvPicPr>
        <p:blipFill>
          <a:blip r:embed="rId2"/>
          <a:srcRect/>
          <a:stretch>
            <a:fillRect/>
          </a:stretch>
        </p:blipFill>
        <p:spPr bwMode="auto">
          <a:xfrm>
            <a:off x="738188" y="755650"/>
            <a:ext cx="7666037" cy="3632200"/>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14338" name="Picture 2"/>
          <p:cNvPicPr>
            <a:picLocks noChangeAspect="1" noChangeArrowheads="1"/>
          </p:cNvPicPr>
          <p:nvPr/>
        </p:nvPicPr>
        <p:blipFill>
          <a:blip r:embed="rId2"/>
          <a:srcRect/>
          <a:stretch>
            <a:fillRect/>
          </a:stretch>
        </p:blipFill>
        <p:spPr bwMode="auto">
          <a:xfrm>
            <a:off x="785786" y="785800"/>
            <a:ext cx="7588250" cy="4059237"/>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15362" name="Picture 2"/>
          <p:cNvPicPr>
            <a:picLocks noChangeAspect="1" noChangeArrowheads="1"/>
          </p:cNvPicPr>
          <p:nvPr/>
        </p:nvPicPr>
        <p:blipFill>
          <a:blip r:embed="rId2"/>
          <a:srcRect/>
          <a:stretch>
            <a:fillRect/>
          </a:stretch>
        </p:blipFill>
        <p:spPr bwMode="auto">
          <a:xfrm>
            <a:off x="785786" y="1214428"/>
            <a:ext cx="7502525" cy="2205037"/>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16386" name="Picture 2"/>
          <p:cNvPicPr>
            <a:picLocks noChangeAspect="1" noChangeArrowheads="1"/>
          </p:cNvPicPr>
          <p:nvPr/>
        </p:nvPicPr>
        <p:blipFill>
          <a:blip r:embed="rId2"/>
          <a:srcRect/>
          <a:stretch>
            <a:fillRect/>
          </a:stretch>
        </p:blipFill>
        <p:spPr bwMode="auto">
          <a:xfrm>
            <a:off x="730250" y="917575"/>
            <a:ext cx="7681913" cy="3306763"/>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17410" name="Picture 2"/>
          <p:cNvPicPr>
            <a:picLocks noChangeAspect="1" noChangeArrowheads="1"/>
          </p:cNvPicPr>
          <p:nvPr/>
        </p:nvPicPr>
        <p:blipFill>
          <a:blip r:embed="rId2"/>
          <a:srcRect/>
          <a:stretch>
            <a:fillRect/>
          </a:stretch>
        </p:blipFill>
        <p:spPr bwMode="auto">
          <a:xfrm>
            <a:off x="722313" y="900127"/>
            <a:ext cx="7699375" cy="3743325"/>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18434" name="Picture 2"/>
          <p:cNvPicPr>
            <a:picLocks noChangeAspect="1" noChangeArrowheads="1"/>
          </p:cNvPicPr>
          <p:nvPr/>
        </p:nvPicPr>
        <p:blipFill>
          <a:blip r:embed="rId2"/>
          <a:srcRect/>
          <a:stretch>
            <a:fillRect/>
          </a:stretch>
        </p:blipFill>
        <p:spPr bwMode="auto">
          <a:xfrm>
            <a:off x="768350" y="790591"/>
            <a:ext cx="7605713" cy="4067175"/>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19458" name="Picture 2"/>
          <p:cNvPicPr>
            <a:picLocks noChangeAspect="1" noChangeArrowheads="1"/>
          </p:cNvPicPr>
          <p:nvPr/>
        </p:nvPicPr>
        <p:blipFill>
          <a:blip r:embed="rId2"/>
          <a:srcRect/>
          <a:stretch>
            <a:fillRect/>
          </a:stretch>
        </p:blipFill>
        <p:spPr bwMode="auto">
          <a:xfrm>
            <a:off x="764640" y="1000115"/>
            <a:ext cx="7950764" cy="2989274"/>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20482" name="Picture 2"/>
          <p:cNvPicPr>
            <a:picLocks noChangeAspect="1" noChangeArrowheads="1"/>
          </p:cNvPicPr>
          <p:nvPr/>
        </p:nvPicPr>
        <p:blipFill>
          <a:blip r:embed="rId2"/>
          <a:srcRect/>
          <a:stretch>
            <a:fillRect/>
          </a:stretch>
        </p:blipFill>
        <p:spPr bwMode="auto">
          <a:xfrm>
            <a:off x="760413" y="1066800"/>
            <a:ext cx="7623175" cy="3008313"/>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21506" name="Picture 2"/>
          <p:cNvPicPr>
            <a:picLocks noChangeAspect="1" noChangeArrowheads="1"/>
          </p:cNvPicPr>
          <p:nvPr/>
        </p:nvPicPr>
        <p:blipFill>
          <a:blip r:embed="rId2"/>
          <a:srcRect/>
          <a:stretch>
            <a:fillRect/>
          </a:stretch>
        </p:blipFill>
        <p:spPr bwMode="auto">
          <a:xfrm>
            <a:off x="642910" y="781050"/>
            <a:ext cx="7929617" cy="3581400"/>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22530" name="Picture 2"/>
          <p:cNvPicPr>
            <a:picLocks noChangeAspect="1" noChangeArrowheads="1"/>
          </p:cNvPicPr>
          <p:nvPr/>
        </p:nvPicPr>
        <p:blipFill>
          <a:blip r:embed="rId2"/>
          <a:srcRect/>
          <a:stretch>
            <a:fillRect/>
          </a:stretch>
        </p:blipFill>
        <p:spPr bwMode="auto">
          <a:xfrm>
            <a:off x="806450" y="766779"/>
            <a:ext cx="7529513" cy="4162425"/>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23554" name="Picture 2"/>
          <p:cNvPicPr>
            <a:picLocks noChangeAspect="1" noChangeArrowheads="1"/>
          </p:cNvPicPr>
          <p:nvPr/>
        </p:nvPicPr>
        <p:blipFill>
          <a:blip r:embed="rId2"/>
          <a:srcRect/>
          <a:stretch>
            <a:fillRect/>
          </a:stretch>
        </p:blipFill>
        <p:spPr bwMode="auto">
          <a:xfrm>
            <a:off x="841375" y="1190625"/>
            <a:ext cx="7461250" cy="2760663"/>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24579" name="Picture 3"/>
          <p:cNvPicPr>
            <a:picLocks noChangeAspect="1" noChangeArrowheads="1"/>
          </p:cNvPicPr>
          <p:nvPr/>
        </p:nvPicPr>
        <p:blipFill>
          <a:blip r:embed="rId2"/>
          <a:srcRect/>
          <a:stretch>
            <a:fillRect/>
          </a:stretch>
        </p:blipFill>
        <p:spPr bwMode="auto">
          <a:xfrm>
            <a:off x="781050" y="939800"/>
            <a:ext cx="7580313" cy="3263900"/>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25602" name="Picture 2"/>
          <p:cNvPicPr>
            <a:picLocks noChangeAspect="1" noChangeArrowheads="1"/>
          </p:cNvPicPr>
          <p:nvPr/>
        </p:nvPicPr>
        <p:blipFill>
          <a:blip r:embed="rId2"/>
          <a:srcRect/>
          <a:stretch>
            <a:fillRect/>
          </a:stretch>
        </p:blipFill>
        <p:spPr bwMode="auto">
          <a:xfrm>
            <a:off x="785786" y="747729"/>
            <a:ext cx="7494587" cy="4110037"/>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26626" name="Picture 2"/>
          <p:cNvPicPr>
            <a:picLocks noChangeAspect="1" noChangeArrowheads="1"/>
          </p:cNvPicPr>
          <p:nvPr/>
        </p:nvPicPr>
        <p:blipFill>
          <a:blip r:embed="rId2"/>
          <a:srcRect/>
          <a:stretch>
            <a:fillRect/>
          </a:stretch>
        </p:blipFill>
        <p:spPr bwMode="auto">
          <a:xfrm>
            <a:off x="823913" y="749315"/>
            <a:ext cx="7494587" cy="3965575"/>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Gradients</a:t>
            </a:r>
          </a:p>
        </p:txBody>
      </p:sp>
      <p:pic>
        <p:nvPicPr>
          <p:cNvPr id="27650" name="Picture 2"/>
          <p:cNvPicPr>
            <a:picLocks noChangeAspect="1" noChangeArrowheads="1"/>
          </p:cNvPicPr>
          <p:nvPr/>
        </p:nvPicPr>
        <p:blipFill>
          <a:blip r:embed="rId2"/>
          <a:srcRect/>
          <a:stretch>
            <a:fillRect/>
          </a:stretch>
        </p:blipFill>
        <p:spPr bwMode="auto">
          <a:xfrm>
            <a:off x="730250" y="896938"/>
            <a:ext cx="7681913" cy="3349625"/>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Resets</a:t>
            </a:r>
          </a:p>
        </p:txBody>
      </p:sp>
      <p:sp>
        <p:nvSpPr>
          <p:cNvPr id="3" name="Rectangle 2"/>
          <p:cNvSpPr/>
          <p:nvPr/>
        </p:nvSpPr>
        <p:spPr>
          <a:xfrm>
            <a:off x="428596" y="1164731"/>
            <a:ext cx="8358246" cy="1692771"/>
          </a:xfrm>
          <a:prstGeom prst="rect">
            <a:avLst/>
          </a:prstGeom>
          <a:ln>
            <a:solidFill>
              <a:schemeClr val="tx2"/>
            </a:solidFill>
          </a:ln>
        </p:spPr>
        <p:txBody>
          <a:bodyPr wrap="square">
            <a:spAutoFit/>
          </a:bodyPr>
          <a:lstStyle/>
          <a:p>
            <a:pPr marL="363538" indent="-363538" algn="just">
              <a:spcBef>
                <a:spcPts val="600"/>
              </a:spcBef>
              <a:spcAft>
                <a:spcPts val="600"/>
              </a:spcAft>
              <a:buFont typeface="Wingdings" pitchFamily="2" charset="2"/>
              <a:buChar char="ü"/>
            </a:pPr>
            <a:r>
              <a:rPr lang="en-IN" sz="1400" dirty="0" smtClean="0">
                <a:latin typeface="Times New Roman" pitchFamily="18" charset="0"/>
                <a:cs typeface="Times New Roman" pitchFamily="18" charset="0"/>
              </a:rPr>
              <a:t>A </a:t>
            </a:r>
            <a:r>
              <a:rPr lang="en-IN" sz="1400" b="1" dirty="0" smtClean="0">
                <a:latin typeface="Times New Roman" pitchFamily="18" charset="0"/>
                <a:cs typeface="Times New Roman" pitchFamily="18" charset="0"/>
              </a:rPr>
              <a:t>CSS reset</a:t>
            </a:r>
            <a:r>
              <a:rPr lang="en-IN" sz="1400" dirty="0" smtClean="0">
                <a:latin typeface="Times New Roman" pitchFamily="18" charset="0"/>
                <a:cs typeface="Times New Roman" pitchFamily="18" charset="0"/>
              </a:rPr>
              <a:t> is a technique used in web development to remove or normalize the default styles applied by web browsers. </a:t>
            </a:r>
          </a:p>
          <a:p>
            <a:pPr marL="363538" indent="-363538" algn="just">
              <a:spcBef>
                <a:spcPts val="600"/>
              </a:spcBef>
              <a:spcAft>
                <a:spcPts val="600"/>
              </a:spcAft>
              <a:buFont typeface="Wingdings" pitchFamily="2" charset="2"/>
              <a:buChar char="ü"/>
            </a:pPr>
            <a:r>
              <a:rPr lang="en-IN" sz="1400" dirty="0" smtClean="0">
                <a:latin typeface="Times New Roman" pitchFamily="18" charset="0"/>
                <a:cs typeface="Times New Roman" pitchFamily="18" charset="0"/>
              </a:rPr>
              <a:t>Different browsers (Chrome, Firefox, Edge, Safari, etc.) have their own default styling for HTML elements, which can lead to inconsistencies in how a webpage is displayed. </a:t>
            </a:r>
          </a:p>
          <a:p>
            <a:pPr marL="363538" indent="-363538" algn="just">
              <a:spcBef>
                <a:spcPts val="600"/>
              </a:spcBef>
              <a:spcAft>
                <a:spcPts val="600"/>
              </a:spcAft>
              <a:buFont typeface="Wingdings" pitchFamily="2" charset="2"/>
              <a:buChar char="ü"/>
            </a:pPr>
            <a:r>
              <a:rPr lang="en-IN" sz="1400" dirty="0" smtClean="0">
                <a:latin typeface="Times New Roman" pitchFamily="18" charset="0"/>
                <a:cs typeface="Times New Roman" pitchFamily="18" charset="0"/>
              </a:rPr>
              <a:t>A CSS reset ensures that all elements start with the same baseline styles, making it easier to apply consistent custom styles.</a:t>
            </a:r>
            <a:endParaRPr lang="en-IN"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Reset</a:t>
            </a:r>
          </a:p>
        </p:txBody>
      </p:sp>
      <p:pic>
        <p:nvPicPr>
          <p:cNvPr id="28675" name="Picture 3"/>
          <p:cNvPicPr>
            <a:picLocks noChangeAspect="1" noChangeArrowheads="1"/>
          </p:cNvPicPr>
          <p:nvPr/>
        </p:nvPicPr>
        <p:blipFill>
          <a:blip r:embed="rId2"/>
          <a:srcRect/>
          <a:stretch>
            <a:fillRect/>
          </a:stretch>
        </p:blipFill>
        <p:spPr bwMode="auto">
          <a:xfrm>
            <a:off x="142844" y="714362"/>
            <a:ext cx="8786874" cy="4196622"/>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BOX Model</a:t>
            </a:r>
          </a:p>
        </p:txBody>
      </p:sp>
      <p:pic>
        <p:nvPicPr>
          <p:cNvPr id="29698" name="Picture 2"/>
          <p:cNvPicPr>
            <a:picLocks noChangeAspect="1" noChangeArrowheads="1"/>
          </p:cNvPicPr>
          <p:nvPr/>
        </p:nvPicPr>
        <p:blipFill>
          <a:blip r:embed="rId2"/>
          <a:srcRect/>
          <a:stretch>
            <a:fillRect/>
          </a:stretch>
        </p:blipFill>
        <p:spPr bwMode="auto">
          <a:xfrm>
            <a:off x="790381" y="800113"/>
            <a:ext cx="7639271" cy="3771901"/>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BOX Model</a:t>
            </a:r>
          </a:p>
        </p:txBody>
      </p:sp>
      <p:pic>
        <p:nvPicPr>
          <p:cNvPr id="30722" name="Picture 2"/>
          <p:cNvPicPr>
            <a:picLocks noChangeAspect="1" noChangeArrowheads="1"/>
          </p:cNvPicPr>
          <p:nvPr/>
        </p:nvPicPr>
        <p:blipFill>
          <a:blip r:embed="rId2"/>
          <a:srcRect/>
          <a:stretch>
            <a:fillRect/>
          </a:stretch>
        </p:blipFill>
        <p:spPr bwMode="auto">
          <a:xfrm>
            <a:off x="188220" y="1357305"/>
            <a:ext cx="8884374" cy="1735146"/>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BOX Model</a:t>
            </a:r>
          </a:p>
        </p:txBody>
      </p:sp>
      <p:pic>
        <p:nvPicPr>
          <p:cNvPr id="62466" name="Picture 2"/>
          <p:cNvPicPr>
            <a:picLocks noChangeAspect="1" noChangeArrowheads="1"/>
          </p:cNvPicPr>
          <p:nvPr/>
        </p:nvPicPr>
        <p:blipFill>
          <a:blip r:embed="rId2"/>
          <a:srcRect/>
          <a:stretch>
            <a:fillRect/>
          </a:stretch>
        </p:blipFill>
        <p:spPr bwMode="auto">
          <a:xfrm>
            <a:off x="357158" y="803277"/>
            <a:ext cx="8363850" cy="3554423"/>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Positioning</a:t>
            </a:r>
          </a:p>
        </p:txBody>
      </p:sp>
      <p:pic>
        <p:nvPicPr>
          <p:cNvPr id="63490" name="Picture 2"/>
          <p:cNvPicPr>
            <a:picLocks noChangeAspect="1" noChangeArrowheads="1"/>
          </p:cNvPicPr>
          <p:nvPr/>
        </p:nvPicPr>
        <p:blipFill>
          <a:blip r:embed="rId2"/>
          <a:srcRect/>
          <a:stretch>
            <a:fillRect/>
          </a:stretch>
        </p:blipFill>
        <p:spPr bwMode="auto">
          <a:xfrm>
            <a:off x="673268" y="1142990"/>
            <a:ext cx="7613508" cy="2603510"/>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Positioning</a:t>
            </a:r>
          </a:p>
        </p:txBody>
      </p:sp>
      <p:pic>
        <p:nvPicPr>
          <p:cNvPr id="64514" name="Picture 2"/>
          <p:cNvPicPr>
            <a:picLocks noChangeAspect="1" noChangeArrowheads="1"/>
          </p:cNvPicPr>
          <p:nvPr/>
        </p:nvPicPr>
        <p:blipFill>
          <a:blip r:embed="rId2"/>
          <a:srcRect/>
          <a:stretch>
            <a:fillRect/>
          </a:stretch>
        </p:blipFill>
        <p:spPr bwMode="auto">
          <a:xfrm>
            <a:off x="1142976" y="785800"/>
            <a:ext cx="6929486" cy="3373291"/>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71420"/>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Positioning</a:t>
            </a:r>
          </a:p>
        </p:txBody>
      </p:sp>
      <p:pic>
        <p:nvPicPr>
          <p:cNvPr id="65538" name="Picture 2"/>
          <p:cNvPicPr>
            <a:picLocks noChangeAspect="1" noChangeArrowheads="1"/>
          </p:cNvPicPr>
          <p:nvPr/>
        </p:nvPicPr>
        <p:blipFill>
          <a:blip r:embed="rId2"/>
          <a:srcRect/>
          <a:stretch>
            <a:fillRect/>
          </a:stretch>
        </p:blipFill>
        <p:spPr bwMode="auto">
          <a:xfrm>
            <a:off x="1142976" y="462567"/>
            <a:ext cx="6715172" cy="4538075"/>
          </a:xfrm>
          <a:prstGeom prst="rect">
            <a:avLst/>
          </a:prstGeom>
          <a:noFill/>
          <a:ln w="9525">
            <a:solidFill>
              <a:schemeClr val="tx2"/>
            </a:solidFill>
            <a:miter lim="800000"/>
            <a:headEnd/>
            <a:tailEnd/>
          </a:ln>
          <a:effectLst/>
        </p:spPr>
      </p:pic>
      <p:cxnSp>
        <p:nvCxnSpPr>
          <p:cNvPr id="8" name="Straight Connector 7"/>
          <p:cNvCxnSpPr>
            <a:stCxn id="65538" idx="0"/>
            <a:endCxn id="65538" idx="2"/>
          </p:cNvCxnSpPr>
          <p:nvPr/>
        </p:nvCxnSpPr>
        <p:spPr>
          <a:xfrm rot="16200000" flipH="1">
            <a:off x="2231524" y="2731604"/>
            <a:ext cx="4538075"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Positioning</a:t>
            </a:r>
          </a:p>
        </p:txBody>
      </p:sp>
      <p:pic>
        <p:nvPicPr>
          <p:cNvPr id="66562" name="Picture 2"/>
          <p:cNvPicPr>
            <a:picLocks noChangeAspect="1" noChangeArrowheads="1"/>
          </p:cNvPicPr>
          <p:nvPr/>
        </p:nvPicPr>
        <p:blipFill>
          <a:blip r:embed="rId2"/>
          <a:srcRect/>
          <a:stretch>
            <a:fillRect/>
          </a:stretch>
        </p:blipFill>
        <p:spPr bwMode="auto">
          <a:xfrm>
            <a:off x="131375" y="1142990"/>
            <a:ext cx="8869781" cy="211138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GRID</a:t>
            </a:r>
          </a:p>
        </p:txBody>
      </p:sp>
      <p:pic>
        <p:nvPicPr>
          <p:cNvPr id="67586" name="Picture 2"/>
          <p:cNvPicPr>
            <a:picLocks noChangeAspect="1" noChangeArrowheads="1"/>
          </p:cNvPicPr>
          <p:nvPr/>
        </p:nvPicPr>
        <p:blipFill>
          <a:blip r:embed="rId2"/>
          <a:srcRect/>
          <a:stretch>
            <a:fillRect/>
          </a:stretch>
        </p:blipFill>
        <p:spPr bwMode="auto">
          <a:xfrm>
            <a:off x="712788" y="979501"/>
            <a:ext cx="7716837" cy="3521075"/>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GRID</a:t>
            </a:r>
          </a:p>
        </p:txBody>
      </p:sp>
      <p:pic>
        <p:nvPicPr>
          <p:cNvPr id="68610" name="Picture 2"/>
          <p:cNvPicPr>
            <a:picLocks noChangeAspect="1" noChangeArrowheads="1"/>
          </p:cNvPicPr>
          <p:nvPr/>
        </p:nvPicPr>
        <p:blipFill>
          <a:blip r:embed="rId2"/>
          <a:srcRect/>
          <a:stretch>
            <a:fillRect/>
          </a:stretch>
        </p:blipFill>
        <p:spPr bwMode="auto">
          <a:xfrm>
            <a:off x="789725" y="857238"/>
            <a:ext cx="7568489" cy="3413138"/>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GRID</a:t>
            </a:r>
          </a:p>
        </p:txBody>
      </p:sp>
      <p:pic>
        <p:nvPicPr>
          <p:cNvPr id="69636" name="Picture 4"/>
          <p:cNvPicPr>
            <a:picLocks noChangeAspect="1" noChangeArrowheads="1"/>
          </p:cNvPicPr>
          <p:nvPr/>
        </p:nvPicPr>
        <p:blipFill>
          <a:blip r:embed="rId2"/>
          <a:srcRect/>
          <a:stretch>
            <a:fillRect/>
          </a:stretch>
        </p:blipFill>
        <p:spPr bwMode="auto">
          <a:xfrm>
            <a:off x="4143372" y="1000114"/>
            <a:ext cx="4814612" cy="3571900"/>
          </a:xfrm>
          <a:prstGeom prst="rect">
            <a:avLst/>
          </a:prstGeom>
          <a:noFill/>
          <a:ln w="9525">
            <a:solidFill>
              <a:schemeClr val="tx2"/>
            </a:solidFill>
            <a:miter lim="800000"/>
            <a:headEnd/>
            <a:tailEnd/>
          </a:ln>
          <a:effectLst/>
        </p:spPr>
      </p:pic>
      <p:pic>
        <p:nvPicPr>
          <p:cNvPr id="69637" name="Picture 5"/>
          <p:cNvPicPr>
            <a:picLocks noChangeAspect="1" noChangeArrowheads="1"/>
          </p:cNvPicPr>
          <p:nvPr/>
        </p:nvPicPr>
        <p:blipFill>
          <a:blip r:embed="rId3"/>
          <a:srcRect/>
          <a:stretch>
            <a:fillRect/>
          </a:stretch>
        </p:blipFill>
        <p:spPr bwMode="auto">
          <a:xfrm>
            <a:off x="357158" y="1000114"/>
            <a:ext cx="3597275" cy="3786187"/>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GRID</a:t>
            </a:r>
          </a:p>
        </p:txBody>
      </p:sp>
      <p:pic>
        <p:nvPicPr>
          <p:cNvPr id="71682" name="Picture 2"/>
          <p:cNvPicPr>
            <a:picLocks noChangeAspect="1" noChangeArrowheads="1"/>
          </p:cNvPicPr>
          <p:nvPr/>
        </p:nvPicPr>
        <p:blipFill>
          <a:blip r:embed="rId2"/>
          <a:srcRect/>
          <a:stretch>
            <a:fillRect/>
          </a:stretch>
        </p:blipFill>
        <p:spPr bwMode="auto">
          <a:xfrm>
            <a:off x="1738313" y="857238"/>
            <a:ext cx="5665787" cy="3786187"/>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sp>
        <p:nvSpPr>
          <p:cNvPr id="31747" name="Rectangle 3"/>
          <p:cNvSpPr>
            <a:spLocks noChangeArrowheads="1"/>
          </p:cNvSpPr>
          <p:nvPr/>
        </p:nvSpPr>
        <p:spPr bwMode="auto">
          <a:xfrm>
            <a:off x="142908" y="967077"/>
            <a:ext cx="8786810" cy="461665"/>
          </a:xfrm>
          <a:prstGeom prst="rect">
            <a:avLst/>
          </a:prstGeom>
          <a:noFill/>
          <a:ln w="9525">
            <a:solidFill>
              <a:schemeClr val="tx2"/>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000000"/>
                </a:solidFill>
                <a:effectLst/>
                <a:latin typeface="Verdana" pitchFamily="34" charset="0"/>
                <a:cs typeface="Arial" pitchFamily="34" charset="0"/>
              </a:rPr>
              <a:t>The </a:t>
            </a:r>
            <a:r>
              <a:rPr kumimoji="0" lang="en-US" sz="1200" b="0" i="0" u="none" strike="noStrike" cap="none" normalizeH="0" baseline="0" dirty="0" smtClean="0">
                <a:ln>
                  <a:noFill/>
                </a:ln>
                <a:solidFill>
                  <a:srgbClr val="DC143C"/>
                </a:solidFill>
                <a:effectLst/>
                <a:latin typeface="Consolas" pitchFamily="49" charset="0"/>
                <a:cs typeface="Arial" pitchFamily="34" charset="0"/>
              </a:rPr>
              <a:t>position</a:t>
            </a:r>
            <a:r>
              <a:rPr kumimoji="0" lang="en-US" sz="1200" b="0" i="0" u="none" strike="noStrike" cap="none" normalizeH="0" baseline="0" dirty="0" smtClean="0">
                <a:ln>
                  <a:noFill/>
                </a:ln>
                <a:solidFill>
                  <a:srgbClr val="000000"/>
                </a:solidFill>
                <a:effectLst/>
                <a:latin typeface="Verdana" pitchFamily="34" charset="0"/>
                <a:cs typeface="Arial" pitchFamily="34" charset="0"/>
              </a:rPr>
              <a:t> property specifies the type of positioning method used for an element (static, relative, fixed, absolute or sticky).</a:t>
            </a:r>
            <a:r>
              <a:rPr kumimoji="0" lang="en-US" sz="800" b="0" i="0" u="none" strike="noStrike" cap="none" normalizeH="0" baseline="0" dirty="0" smtClean="0">
                <a:ln>
                  <a:noFill/>
                </a:ln>
                <a:solidFill>
                  <a:schemeClr val="tx1"/>
                </a:solidFill>
                <a:effectLst/>
                <a:latin typeface="Arial" pitchFamily="34" charset="0"/>
                <a:cs typeface="Arial" pitchFamily="34"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1748" name="Picture 4"/>
          <p:cNvPicPr>
            <a:picLocks noChangeAspect="1" noChangeArrowheads="1"/>
          </p:cNvPicPr>
          <p:nvPr/>
        </p:nvPicPr>
        <p:blipFill>
          <a:blip r:embed="rId2"/>
          <a:srcRect/>
          <a:stretch>
            <a:fillRect/>
          </a:stretch>
        </p:blipFill>
        <p:spPr bwMode="auto">
          <a:xfrm>
            <a:off x="785786" y="1571618"/>
            <a:ext cx="7716837" cy="2589213"/>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pic>
        <p:nvPicPr>
          <p:cNvPr id="59394" name="Picture 2"/>
          <p:cNvPicPr>
            <a:picLocks noChangeAspect="1" noChangeArrowheads="1"/>
          </p:cNvPicPr>
          <p:nvPr/>
        </p:nvPicPr>
        <p:blipFill>
          <a:blip r:embed="rId2"/>
          <a:srcRect/>
          <a:stretch>
            <a:fillRect/>
          </a:stretch>
        </p:blipFill>
        <p:spPr bwMode="auto">
          <a:xfrm>
            <a:off x="712815" y="857238"/>
            <a:ext cx="7716837" cy="3563937"/>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pic>
        <p:nvPicPr>
          <p:cNvPr id="72706" name="Picture 2"/>
          <p:cNvPicPr>
            <a:picLocks noChangeAspect="1" noChangeArrowheads="1"/>
          </p:cNvPicPr>
          <p:nvPr/>
        </p:nvPicPr>
        <p:blipFill>
          <a:blip r:embed="rId2"/>
          <a:srcRect/>
          <a:stretch>
            <a:fillRect/>
          </a:stretch>
        </p:blipFill>
        <p:spPr bwMode="auto">
          <a:xfrm>
            <a:off x="642910" y="642924"/>
            <a:ext cx="5580063" cy="3119437"/>
          </a:xfrm>
          <a:prstGeom prst="rect">
            <a:avLst/>
          </a:prstGeom>
          <a:noFill/>
          <a:ln w="9525">
            <a:solidFill>
              <a:schemeClr val="tx2"/>
            </a:solidFill>
            <a:miter lim="800000"/>
            <a:headEnd/>
            <a:tailEnd/>
          </a:ln>
          <a:effectLst/>
        </p:spPr>
      </p:pic>
      <p:pic>
        <p:nvPicPr>
          <p:cNvPr id="72707" name="Picture 3"/>
          <p:cNvPicPr>
            <a:picLocks noChangeAspect="1" noChangeArrowheads="1"/>
          </p:cNvPicPr>
          <p:nvPr/>
        </p:nvPicPr>
        <p:blipFill>
          <a:blip r:embed="rId3"/>
          <a:srcRect/>
          <a:stretch>
            <a:fillRect/>
          </a:stretch>
        </p:blipFill>
        <p:spPr bwMode="auto">
          <a:xfrm>
            <a:off x="3381407" y="3857634"/>
            <a:ext cx="5691187" cy="1204913"/>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pic>
        <p:nvPicPr>
          <p:cNvPr id="60418" name="Picture 2"/>
          <p:cNvPicPr>
            <a:picLocks noChangeAspect="1" noChangeArrowheads="1"/>
          </p:cNvPicPr>
          <p:nvPr/>
        </p:nvPicPr>
        <p:blipFill>
          <a:blip r:embed="rId2"/>
          <a:srcRect/>
          <a:stretch>
            <a:fillRect/>
          </a:stretch>
        </p:blipFill>
        <p:spPr bwMode="auto">
          <a:xfrm>
            <a:off x="623888" y="908063"/>
            <a:ext cx="7896225" cy="3521075"/>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pic>
        <p:nvPicPr>
          <p:cNvPr id="73730" name="Picture 2"/>
          <p:cNvPicPr>
            <a:picLocks noChangeAspect="1" noChangeArrowheads="1"/>
          </p:cNvPicPr>
          <p:nvPr/>
        </p:nvPicPr>
        <p:blipFill>
          <a:blip r:embed="rId2"/>
          <a:srcRect/>
          <a:stretch>
            <a:fillRect/>
          </a:stretch>
        </p:blipFill>
        <p:spPr bwMode="auto">
          <a:xfrm>
            <a:off x="428596" y="642924"/>
            <a:ext cx="5486400" cy="3162300"/>
          </a:xfrm>
          <a:prstGeom prst="rect">
            <a:avLst/>
          </a:prstGeom>
          <a:noFill/>
          <a:ln w="9525">
            <a:solidFill>
              <a:schemeClr val="tx2"/>
            </a:solidFill>
            <a:miter lim="800000"/>
            <a:headEnd/>
            <a:tailEnd/>
          </a:ln>
          <a:effectLst/>
        </p:spPr>
      </p:pic>
      <p:pic>
        <p:nvPicPr>
          <p:cNvPr id="73731" name="Picture 3"/>
          <p:cNvPicPr>
            <a:picLocks noChangeAspect="1" noChangeArrowheads="1"/>
          </p:cNvPicPr>
          <p:nvPr/>
        </p:nvPicPr>
        <p:blipFill>
          <a:blip r:embed="rId3"/>
          <a:srcRect/>
          <a:stretch>
            <a:fillRect/>
          </a:stretch>
        </p:blipFill>
        <p:spPr bwMode="auto">
          <a:xfrm>
            <a:off x="4071934" y="3857634"/>
            <a:ext cx="4324350" cy="1000125"/>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pic>
        <p:nvPicPr>
          <p:cNvPr id="61442" name="Picture 2"/>
          <p:cNvPicPr>
            <a:picLocks noChangeAspect="1" noChangeArrowheads="1"/>
          </p:cNvPicPr>
          <p:nvPr/>
        </p:nvPicPr>
        <p:blipFill>
          <a:blip r:embed="rId2"/>
          <a:srcRect/>
          <a:stretch>
            <a:fillRect/>
          </a:stretch>
        </p:blipFill>
        <p:spPr bwMode="auto">
          <a:xfrm>
            <a:off x="627063" y="801688"/>
            <a:ext cx="7888287" cy="3538537"/>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pic>
        <p:nvPicPr>
          <p:cNvPr id="74754" name="Picture 2"/>
          <p:cNvPicPr>
            <a:picLocks noChangeAspect="1" noChangeArrowheads="1"/>
          </p:cNvPicPr>
          <p:nvPr/>
        </p:nvPicPr>
        <p:blipFill>
          <a:blip r:embed="rId2"/>
          <a:srcRect/>
          <a:stretch>
            <a:fillRect/>
          </a:stretch>
        </p:blipFill>
        <p:spPr bwMode="auto">
          <a:xfrm>
            <a:off x="1428728" y="928676"/>
            <a:ext cx="5857916" cy="3752457"/>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pic>
        <p:nvPicPr>
          <p:cNvPr id="75778" name="Picture 2"/>
          <p:cNvPicPr>
            <a:picLocks noChangeAspect="1" noChangeArrowheads="1"/>
          </p:cNvPicPr>
          <p:nvPr/>
        </p:nvPicPr>
        <p:blipFill>
          <a:blip r:embed="rId2"/>
          <a:srcRect/>
          <a:stretch>
            <a:fillRect/>
          </a:stretch>
        </p:blipFill>
        <p:spPr bwMode="auto">
          <a:xfrm>
            <a:off x="1571604" y="785800"/>
            <a:ext cx="5734050" cy="3725863"/>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pic>
        <p:nvPicPr>
          <p:cNvPr id="77826" name="Picture 2"/>
          <p:cNvPicPr>
            <a:picLocks noChangeAspect="1" noChangeArrowheads="1"/>
          </p:cNvPicPr>
          <p:nvPr/>
        </p:nvPicPr>
        <p:blipFill>
          <a:blip r:embed="rId2"/>
          <a:srcRect/>
          <a:stretch>
            <a:fillRect/>
          </a:stretch>
        </p:blipFill>
        <p:spPr bwMode="auto">
          <a:xfrm>
            <a:off x="857224" y="817576"/>
            <a:ext cx="7716837" cy="3683000"/>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pic>
        <p:nvPicPr>
          <p:cNvPr id="76802" name="Picture 2"/>
          <p:cNvPicPr>
            <a:picLocks noChangeAspect="1" noChangeArrowheads="1"/>
          </p:cNvPicPr>
          <p:nvPr/>
        </p:nvPicPr>
        <p:blipFill>
          <a:blip r:embed="rId2"/>
          <a:srcRect/>
          <a:stretch>
            <a:fillRect/>
          </a:stretch>
        </p:blipFill>
        <p:spPr bwMode="auto">
          <a:xfrm>
            <a:off x="1730375" y="603267"/>
            <a:ext cx="5683250" cy="4468813"/>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348" y="214296"/>
            <a:ext cx="7886700" cy="318314"/>
          </a:xfrm>
          <a:prstGeom prst="rect">
            <a:avLst/>
          </a:prstGeom>
        </p:spPr>
        <p:txBody>
          <a:bodyPr vert="horz" wrap="square" lIns="0" tIns="10436" rIns="0" bIns="0" rtlCol="0">
            <a:spAutoFit/>
          </a:bodyPr>
          <a:lstStyle/>
          <a:p>
            <a:pPr marL="9939" algn="ctr">
              <a:lnSpc>
                <a:spcPct val="100000"/>
              </a:lnSpc>
              <a:spcBef>
                <a:spcPts val="82"/>
              </a:spcBef>
            </a:pPr>
            <a:r>
              <a:rPr lang="en-IN" sz="2000" b="1" u="sng" dirty="0" smtClean="0">
                <a:solidFill>
                  <a:schemeClr val="accent2">
                    <a:lumMod val="75000"/>
                  </a:schemeClr>
                </a:solidFill>
                <a:latin typeface="Times New Roman" pitchFamily="18" charset="0"/>
                <a:cs typeface="Times New Roman" pitchFamily="18" charset="0"/>
              </a:rPr>
              <a:t>CSS Precise Positioning</a:t>
            </a:r>
          </a:p>
        </p:txBody>
      </p:sp>
      <p:pic>
        <p:nvPicPr>
          <p:cNvPr id="78850" name="Picture 2"/>
          <p:cNvPicPr>
            <a:picLocks noChangeAspect="1" noChangeArrowheads="1"/>
          </p:cNvPicPr>
          <p:nvPr/>
        </p:nvPicPr>
        <p:blipFill>
          <a:blip r:embed="rId2"/>
          <a:srcRect/>
          <a:stretch>
            <a:fillRect/>
          </a:stretch>
        </p:blipFill>
        <p:spPr bwMode="auto">
          <a:xfrm>
            <a:off x="1428728" y="1214428"/>
            <a:ext cx="6793502" cy="2928958"/>
          </a:xfrm>
          <a:prstGeom prst="rect">
            <a:avLst/>
          </a:prstGeom>
          <a:noFill/>
          <a:ln w="9525">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71472" y="2071684"/>
            <a:ext cx="7886700" cy="994172"/>
          </a:xfrm>
        </p:spPr>
        <p:txBody>
          <a:bodyPr/>
          <a:lstStyle/>
          <a:p>
            <a:pPr algn="ctr"/>
            <a:r>
              <a:rPr lang="en-IN" b="1" dirty="0" smtClean="0">
                <a:solidFill>
                  <a:srgbClr val="7030A0"/>
                </a:solidFill>
              </a:rPr>
              <a:t>THANK YOU</a:t>
            </a:r>
            <a:endParaRPr lang="en-IN" b="1" dirty="0">
              <a:solidFill>
                <a:srgbClr val="7030A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623</TotalTime>
  <Words>1286</Words>
  <Application>Microsoft Office PowerPoint</Application>
  <PresentationFormat>On-screen Show (16:9)</PresentationFormat>
  <Paragraphs>214</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1_Office Theme</vt:lpstr>
      <vt:lpstr>Dayananda Sagar University</vt:lpstr>
      <vt:lpstr>Syllabus</vt:lpstr>
      <vt:lpstr>Introduction to CSS</vt:lpstr>
      <vt:lpstr>Introduction to CSS</vt:lpstr>
      <vt:lpstr>Slide 5</vt:lpstr>
      <vt:lpstr>Slide 6</vt:lpstr>
      <vt:lpstr>Slide 7</vt:lpstr>
      <vt:lpstr>2) Internal CSS</vt:lpstr>
      <vt:lpstr>3) External CSS</vt:lpstr>
      <vt:lpstr>Specificity</vt:lpstr>
      <vt:lpstr>Specificity</vt:lpstr>
      <vt:lpstr>Combining and layering selectors</vt:lpstr>
      <vt:lpstr>Combining and layering selectors</vt:lpstr>
      <vt:lpstr>Combining and layering selectors</vt:lpstr>
      <vt:lpstr>Combining and layering selectors</vt:lpstr>
      <vt:lpstr>Combining and layering selectors</vt:lpstr>
      <vt:lpstr>Combining and layering selectors</vt:lpstr>
      <vt:lpstr>Backgrounds</vt:lpstr>
      <vt:lpstr>Backgrounds</vt:lpstr>
      <vt:lpstr>Backgrounds</vt:lpstr>
      <vt:lpstr>Backgrounds</vt:lpstr>
      <vt:lpstr>CSS Gradients</vt:lpstr>
      <vt:lpstr>CSS Gradients</vt:lpstr>
      <vt:lpstr>CSS Gradients</vt:lpstr>
      <vt:lpstr>CSS Gradients</vt:lpstr>
      <vt:lpstr>CSS Gradients</vt:lpstr>
      <vt:lpstr>CSS Gradients</vt:lpstr>
      <vt:lpstr>CSS Gradients</vt:lpstr>
      <vt:lpstr>CSS Gradients</vt:lpstr>
      <vt:lpstr>CSS Gradients</vt:lpstr>
      <vt:lpstr>CSS Gradients</vt:lpstr>
      <vt:lpstr>CSS Gradients</vt:lpstr>
      <vt:lpstr>CSS Gradients</vt:lpstr>
      <vt:lpstr>CSS Gradients</vt:lpstr>
      <vt:lpstr>CSS Gradients</vt:lpstr>
      <vt:lpstr>CSS Gradients</vt:lpstr>
      <vt:lpstr>CSS Gradients</vt:lpstr>
      <vt:lpstr>CSS Gradients</vt:lpstr>
      <vt:lpstr>CSS Resets</vt:lpstr>
      <vt:lpstr>CSS Reset</vt:lpstr>
      <vt:lpstr>BOX Model</vt:lpstr>
      <vt:lpstr>BOX Model</vt:lpstr>
      <vt:lpstr>BOX Model</vt:lpstr>
      <vt:lpstr>CSS Positioning</vt:lpstr>
      <vt:lpstr>CSS Positioning</vt:lpstr>
      <vt:lpstr>CSS Positioning</vt:lpstr>
      <vt:lpstr>CSS Positioning</vt:lpstr>
      <vt:lpstr>CSS GRID</vt:lpstr>
      <vt:lpstr>CSS GRID</vt:lpstr>
      <vt:lpstr>CSS GRID</vt:lpstr>
      <vt:lpstr>CSS GRID</vt:lpstr>
      <vt:lpstr>CSS Precise Positioning</vt:lpstr>
      <vt:lpstr>CSS Precise Positioning</vt:lpstr>
      <vt:lpstr>CSS Precise Positioning</vt:lpstr>
      <vt:lpstr>CSS Precise Positioning</vt:lpstr>
      <vt:lpstr>CSS Precise Positioning</vt:lpstr>
      <vt:lpstr>CSS Precise Positioning</vt:lpstr>
      <vt:lpstr>CSS Precise Positioning</vt:lpstr>
      <vt:lpstr>CSS Precise Positioning</vt:lpstr>
      <vt:lpstr>CSS Precise Positioning</vt:lpstr>
      <vt:lpstr>CSS Precise Positioning</vt:lpstr>
      <vt:lpstr>CSS Precise Positioning</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Dayananda Sagar University</dc:title>
  <dc:creator>Admin</dc:creator>
  <cp:lastModifiedBy>Admin</cp:lastModifiedBy>
  <cp:revision>4</cp:revision>
  <dcterms:created xsi:type="dcterms:W3CDTF">2025-02-19T03:40:20Z</dcterms:created>
  <dcterms:modified xsi:type="dcterms:W3CDTF">2025-02-19T14:05:10Z</dcterms:modified>
</cp:coreProperties>
</file>